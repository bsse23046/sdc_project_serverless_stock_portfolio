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 id="2147483660" r:id="rId2"/>
  </p:sldMasterIdLst>
  <p:notesMasterIdLst>
    <p:notesMasterId r:id="rId18"/>
  </p:notes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Lst>
  <p:sldSz cx="9144000" cy="5143500" type="screen16x9"/>
  <p:notesSz cx="6858000" cy="9144000"/>
  <p:embeddedFontLst>
    <p:embeddedFont>
      <p:font typeface="Lato" panose="020F0502020204030203" pitchFamily="34" charset="0"/>
      <p:regular r:id="rId19"/>
      <p:bold r:id="rId20"/>
      <p:italic r:id="rId21"/>
      <p:boldItalic r:id="rId22"/>
    </p:embeddedFont>
    <p:embeddedFont>
      <p:font typeface="Poppins" panose="00000500000000000000" pitchFamily="2" charset="0"/>
      <p:regular r:id="rId23"/>
      <p:bold r:id="rId24"/>
      <p:italic r:id="rId25"/>
      <p:boldItalic r:id="rId26"/>
    </p:embeddedFont>
    <p:embeddedFont>
      <p:font typeface="Poppins SemiBold" panose="00000700000000000000" pitchFamily="2" charset="0"/>
      <p:regular r:id="rId27"/>
      <p:bold r:id="rId28"/>
      <p:italic r:id="rId29"/>
      <p:boldItalic r:id="rId3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extLst>
    <p:ext uri="{EFAFB233-063F-42B5-8137-9DF3F51BA10A}">
      <p15:sldGuideLst xmlns:p15="http://schemas.microsoft.com/office/powerpoint/2012/main">
        <p15:guide id="1" orient="horz" pos="1620" userDrawn="1">
          <p15:clr>
            <a:srgbClr val="747775"/>
          </p15:clr>
        </p15:guide>
        <p15:guide id="2" pos="2880" userDrawn="1">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howGuides="1">
      <p:cViewPr varScale="1">
        <p:scale>
          <a:sx n="78" d="100"/>
          <a:sy n="78" d="100"/>
        </p:scale>
        <p:origin x="940" y="52"/>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notesMaster" Target="notesMasters/notesMaster1.xml"/><Relationship Id="rId26" Type="http://schemas.openxmlformats.org/officeDocument/2006/relationships/font" Target="fonts/font8.fntdata"/><Relationship Id="rId3" Type="http://schemas.openxmlformats.org/officeDocument/2006/relationships/slide" Target="slides/slide1.xml"/><Relationship Id="rId21" Type="http://schemas.openxmlformats.org/officeDocument/2006/relationships/font" Target="fonts/font3.fntdata"/><Relationship Id="rId34" Type="http://schemas.openxmlformats.org/officeDocument/2006/relationships/tableStyles" Target="tableStyle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font" Target="fonts/font7.fntdata"/><Relationship Id="rId33"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font" Target="fonts/font2.fntdata"/><Relationship Id="rId29" Type="http://schemas.openxmlformats.org/officeDocument/2006/relationships/font" Target="fonts/font11.fntdata"/><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font" Target="fonts/font6.fntdata"/><Relationship Id="rId32" Type="http://schemas.openxmlformats.org/officeDocument/2006/relationships/viewProps" Target="view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font" Target="fonts/font5.fntdata"/><Relationship Id="rId28" Type="http://schemas.openxmlformats.org/officeDocument/2006/relationships/font" Target="fonts/font10.fntdata"/><Relationship Id="rId10" Type="http://schemas.openxmlformats.org/officeDocument/2006/relationships/slide" Target="slides/slide8.xml"/><Relationship Id="rId19" Type="http://schemas.openxmlformats.org/officeDocument/2006/relationships/font" Target="fonts/font1.fntdata"/><Relationship Id="rId31"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font" Target="fonts/font4.fntdata"/><Relationship Id="rId27" Type="http://schemas.openxmlformats.org/officeDocument/2006/relationships/font" Target="fonts/font9.fntdata"/><Relationship Id="rId30" Type="http://schemas.openxmlformats.org/officeDocument/2006/relationships/font" Target="fonts/font12.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
        <p:cNvGrpSpPr/>
        <p:nvPr/>
      </p:nvGrpSpPr>
      <p:grpSpPr>
        <a:xfrm>
          <a:off x="0" y="0"/>
          <a:ext cx="0" cy="0"/>
          <a:chOff x="0" y="0"/>
          <a:chExt cx="0" cy="0"/>
        </a:xfrm>
      </p:grpSpPr>
      <p:sp>
        <p:nvSpPr>
          <p:cNvPr id="126" name="Google Shape;126;g3b46b1b5d89_2_7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sz="1100"/>
          </a:p>
        </p:txBody>
      </p:sp>
      <p:sp>
        <p:nvSpPr>
          <p:cNvPr id="127" name="Google Shape;127;g3b46b1b5d89_2_7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
        <p:cNvGrpSpPr/>
        <p:nvPr/>
      </p:nvGrpSpPr>
      <p:grpSpPr>
        <a:xfrm>
          <a:off x="0" y="0"/>
          <a:ext cx="0" cy="0"/>
          <a:chOff x="0" y="0"/>
          <a:chExt cx="0" cy="0"/>
        </a:xfrm>
      </p:grpSpPr>
      <p:sp>
        <p:nvSpPr>
          <p:cNvPr id="135" name="Google Shape;135;g3b46b1b5d89_2_8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sz="1100"/>
          </a:p>
        </p:txBody>
      </p:sp>
      <p:sp>
        <p:nvSpPr>
          <p:cNvPr id="136" name="Google Shape;136;g3b46b1b5d89_2_84: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
        <p:cNvGrpSpPr/>
        <p:nvPr/>
      </p:nvGrpSpPr>
      <p:grpSpPr>
        <a:xfrm>
          <a:off x="0" y="0"/>
          <a:ext cx="0" cy="0"/>
          <a:chOff x="0" y="0"/>
          <a:chExt cx="0" cy="0"/>
        </a:xfrm>
      </p:grpSpPr>
      <p:sp>
        <p:nvSpPr>
          <p:cNvPr id="144" name="Google Shape;144;g3b46b1b5d89_2_9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sz="1100"/>
          </a:p>
        </p:txBody>
      </p:sp>
      <p:sp>
        <p:nvSpPr>
          <p:cNvPr id="145" name="Google Shape;145;g3b46b1b5d89_2_9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
        <p:cNvGrpSpPr/>
        <p:nvPr/>
      </p:nvGrpSpPr>
      <p:grpSpPr>
        <a:xfrm>
          <a:off x="0" y="0"/>
          <a:ext cx="0" cy="0"/>
          <a:chOff x="0" y="0"/>
          <a:chExt cx="0" cy="0"/>
        </a:xfrm>
      </p:grpSpPr>
      <p:sp>
        <p:nvSpPr>
          <p:cNvPr id="152" name="Google Shape;152;g3b46b1b5d89_2_10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sz="1100"/>
          </a:p>
        </p:txBody>
      </p:sp>
      <p:sp>
        <p:nvSpPr>
          <p:cNvPr id="153" name="Google Shape;153;g3b46b1b5d89_2_101: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1"/>
        <p:cNvGrpSpPr/>
        <p:nvPr/>
      </p:nvGrpSpPr>
      <p:grpSpPr>
        <a:xfrm>
          <a:off x="0" y="0"/>
          <a:ext cx="0" cy="0"/>
          <a:chOff x="0" y="0"/>
          <a:chExt cx="0" cy="0"/>
        </a:xfrm>
      </p:grpSpPr>
      <p:sp>
        <p:nvSpPr>
          <p:cNvPr id="162" name="Google Shape;162;g3b46b1b5d89_2_11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sz="1100"/>
          </a:p>
        </p:txBody>
      </p:sp>
      <p:sp>
        <p:nvSpPr>
          <p:cNvPr id="163" name="Google Shape;163;g3b46b1b5d89_2_115: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6"/>
        <p:cNvGrpSpPr/>
        <p:nvPr/>
      </p:nvGrpSpPr>
      <p:grpSpPr>
        <a:xfrm>
          <a:off x="0" y="0"/>
          <a:ext cx="0" cy="0"/>
          <a:chOff x="0" y="0"/>
          <a:chExt cx="0" cy="0"/>
        </a:xfrm>
      </p:grpSpPr>
      <p:sp>
        <p:nvSpPr>
          <p:cNvPr id="177" name="Google Shape;177;g3b46b1b5d89_2_13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sz="1100"/>
          </a:p>
        </p:txBody>
      </p:sp>
      <p:sp>
        <p:nvSpPr>
          <p:cNvPr id="178" name="Google Shape;178;g3b46b1b5d89_2_13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9"/>
        <p:cNvGrpSpPr/>
        <p:nvPr/>
      </p:nvGrpSpPr>
      <p:grpSpPr>
        <a:xfrm>
          <a:off x="0" y="0"/>
          <a:ext cx="0" cy="0"/>
          <a:chOff x="0" y="0"/>
          <a:chExt cx="0" cy="0"/>
        </a:xfrm>
      </p:grpSpPr>
      <p:sp>
        <p:nvSpPr>
          <p:cNvPr id="190" name="Google Shape;190;g3b46b1b5d89_2_14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sz="1100"/>
          </a:p>
        </p:txBody>
      </p:sp>
      <p:sp>
        <p:nvSpPr>
          <p:cNvPr id="191" name="Google Shape;191;g3b46b1b5d89_2_146: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g3b46b1b5d89_2_15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sz="1100"/>
          </a:p>
        </p:txBody>
      </p:sp>
      <p:sp>
        <p:nvSpPr>
          <p:cNvPr id="200" name="Google Shape;200;g3b46b1b5d89_2_15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Google Shape;208;g3b46b1b5d89_2_16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sz="1100"/>
          </a:p>
        </p:txBody>
      </p:sp>
      <p:sp>
        <p:nvSpPr>
          <p:cNvPr id="209" name="Google Shape;209;g3b46b1b5d89_2_16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0"/>
        <p:cNvGrpSpPr/>
        <p:nvPr/>
      </p:nvGrpSpPr>
      <p:grpSpPr>
        <a:xfrm>
          <a:off x="0" y="0"/>
          <a:ext cx="0" cy="0"/>
          <a:chOff x="0" y="0"/>
          <a:chExt cx="0" cy="0"/>
        </a:xfrm>
      </p:grpSpPr>
      <p:sp>
        <p:nvSpPr>
          <p:cNvPr id="221" name="Google Shape;221;g3b46b1b5d89_2_18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sz="1100"/>
          </a:p>
        </p:txBody>
      </p:sp>
      <p:sp>
        <p:nvSpPr>
          <p:cNvPr id="222" name="Google Shape;222;g3b46b1b5d89_2_181: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9"/>
        <p:cNvGrpSpPr/>
        <p:nvPr/>
      </p:nvGrpSpPr>
      <p:grpSpPr>
        <a:xfrm>
          <a:off x="0" y="0"/>
          <a:ext cx="0" cy="0"/>
          <a:chOff x="0" y="0"/>
          <a:chExt cx="0" cy="0"/>
        </a:xfrm>
      </p:grpSpPr>
      <p:sp>
        <p:nvSpPr>
          <p:cNvPr id="230" name="Google Shape;230;g3b46b1b5d89_2_19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sz="1100"/>
          </a:p>
        </p:txBody>
      </p:sp>
      <p:sp>
        <p:nvSpPr>
          <p:cNvPr id="231" name="Google Shape;231;g3b46b1b5d89_2_190: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1"/>
        <p:cNvGrpSpPr/>
        <p:nvPr/>
      </p:nvGrpSpPr>
      <p:grpSpPr>
        <a:xfrm>
          <a:off x="0" y="0"/>
          <a:ext cx="0" cy="0"/>
          <a:chOff x="0" y="0"/>
          <a:chExt cx="0" cy="0"/>
        </a:xfrm>
      </p:grpSpPr>
      <p:sp>
        <p:nvSpPr>
          <p:cNvPr id="242" name="Google Shape;242;g3b46b1b5d89_2_20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sz="1100"/>
          </a:p>
        </p:txBody>
      </p:sp>
      <p:sp>
        <p:nvSpPr>
          <p:cNvPr id="243" name="Google Shape;243;g3b46b1b5d89_2_20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3"/>
        <p:cNvGrpSpPr/>
        <p:nvPr/>
      </p:nvGrpSpPr>
      <p:grpSpPr>
        <a:xfrm>
          <a:off x="0" y="0"/>
          <a:ext cx="0" cy="0"/>
          <a:chOff x="0" y="0"/>
          <a:chExt cx="0" cy="0"/>
        </a:xfrm>
      </p:grpSpPr>
      <p:sp>
        <p:nvSpPr>
          <p:cNvPr id="254" name="Google Shape;254;g3b46b1b5d89_2_21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sz="1100"/>
          </a:p>
        </p:txBody>
      </p:sp>
      <p:sp>
        <p:nvSpPr>
          <p:cNvPr id="255" name="Google Shape;255;g3b46b1b5d89_2_2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7"/>
        <p:cNvGrpSpPr/>
        <p:nvPr/>
      </p:nvGrpSpPr>
      <p:grpSpPr>
        <a:xfrm>
          <a:off x="0" y="0"/>
          <a:ext cx="0" cy="0"/>
          <a:chOff x="0" y="0"/>
          <a:chExt cx="0" cy="0"/>
        </a:xfrm>
      </p:grpSpPr>
      <p:sp>
        <p:nvSpPr>
          <p:cNvPr id="268" name="Google Shape;268;g3b46b1b5d89_2_23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sz="1100"/>
          </a:p>
        </p:txBody>
      </p:sp>
      <p:sp>
        <p:nvSpPr>
          <p:cNvPr id="269" name="Google Shape;269;g3b46b1b5d89_2_230: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7"/>
        <p:cNvGrpSpPr/>
        <p:nvPr/>
      </p:nvGrpSpPr>
      <p:grpSpPr>
        <a:xfrm>
          <a:off x="0" y="0"/>
          <a:ext cx="0" cy="0"/>
          <a:chOff x="0" y="0"/>
          <a:chExt cx="0" cy="0"/>
        </a:xfrm>
      </p:grpSpPr>
      <p:sp>
        <p:nvSpPr>
          <p:cNvPr id="278" name="Google Shape;278;g3b46b1b5d89_2_24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sz="1100"/>
          </a:p>
        </p:txBody>
      </p:sp>
      <p:sp>
        <p:nvSpPr>
          <p:cNvPr id="279" name="Google Shape;279;g3b46b1b5d89_2_244: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lang="en-GB"/>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lang="en-GB"/>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lang="en-GB"/>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lang="en-GB"/>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lang="en-GB"/>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lang="en-GB"/>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lang="en-GB"/>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lang="en-GB"/>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lang="en-GB"/>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lang="en-GB"/>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lang="en-GB"/>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6"/>
        <p:cNvGrpSpPr/>
        <p:nvPr/>
      </p:nvGrpSpPr>
      <p:grpSpPr>
        <a:xfrm>
          <a:off x="0" y="0"/>
          <a:ext cx="0" cy="0"/>
          <a:chOff x="0" y="0"/>
          <a:chExt cx="0" cy="0"/>
        </a:xfrm>
      </p:grpSpPr>
      <p:sp>
        <p:nvSpPr>
          <p:cNvPr id="57" name="Google Shape;57;p14"/>
          <p:cNvSpPr txBox="1">
            <a:spLocks noGrp="1"/>
          </p:cNvSpPr>
          <p:nvPr>
            <p:ph type="dt" idx="10"/>
          </p:nvPr>
        </p:nvSpPr>
        <p:spPr>
          <a:xfrm>
            <a:off x="342900" y="4767263"/>
            <a:ext cx="1600200" cy="273844"/>
          </a:xfrm>
          <a:prstGeom prst="rect">
            <a:avLst/>
          </a:prstGeom>
          <a:noFill/>
          <a:ln>
            <a:noFill/>
          </a:ln>
        </p:spPr>
        <p:txBody>
          <a:bodyPr spcFirstLastPara="1" wrap="square" lIns="68575" tIns="34275" rIns="68575" bIns="34275" anchor="ctr" anchorCtr="0">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58" name="Google Shape;58;p14"/>
          <p:cNvSpPr txBox="1">
            <a:spLocks noGrp="1"/>
          </p:cNvSpPr>
          <p:nvPr>
            <p:ph type="ftr" idx="11"/>
          </p:nvPr>
        </p:nvSpPr>
        <p:spPr>
          <a:xfrm>
            <a:off x="2343150" y="4767263"/>
            <a:ext cx="2171700" cy="273844"/>
          </a:xfrm>
          <a:prstGeom prst="rect">
            <a:avLst/>
          </a:prstGeom>
          <a:noFill/>
          <a:ln>
            <a:noFill/>
          </a:ln>
        </p:spPr>
        <p:txBody>
          <a:bodyPr spcFirstLastPara="1" wrap="square" lIns="68575" tIns="34275" rIns="68575" bIns="34275" anchor="ctr" anchorCtr="0">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59" name="Google Shape;59;p14"/>
          <p:cNvSpPr txBox="1">
            <a:spLocks noGrp="1"/>
          </p:cNvSpPr>
          <p:nvPr>
            <p:ph type="sldNum" idx="12"/>
          </p:nvPr>
        </p:nvSpPr>
        <p:spPr>
          <a:xfrm>
            <a:off x="4914900" y="4767263"/>
            <a:ext cx="1600200" cy="273844"/>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900"/>
              <a:buFont typeface="Arial" panose="020B0604020202020204"/>
              <a:buNone/>
              <a:defRPr sz="9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900"/>
              <a:buFont typeface="Arial" panose="020B0604020202020204"/>
              <a:buNone/>
              <a:defRPr sz="9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900"/>
              <a:buFont typeface="Arial" panose="020B0604020202020204"/>
              <a:buNone/>
              <a:defRPr sz="9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900"/>
              <a:buFont typeface="Arial" panose="020B0604020202020204"/>
              <a:buNone/>
              <a:defRPr sz="9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900"/>
              <a:buFont typeface="Arial" panose="020B0604020202020204"/>
              <a:buNone/>
              <a:defRPr sz="9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900"/>
              <a:buFont typeface="Arial" panose="020B0604020202020204"/>
              <a:buNone/>
              <a:defRPr sz="9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900"/>
              <a:buFont typeface="Arial" panose="020B0604020202020204"/>
              <a:buNone/>
              <a:defRPr sz="9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900"/>
              <a:buFont typeface="Arial" panose="020B0604020202020204"/>
              <a:buNone/>
              <a:defRPr sz="9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900"/>
              <a:buFont typeface="Arial" panose="020B0604020202020204"/>
              <a:buNone/>
              <a:defRPr sz="9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GB"/>
              <a:t>‹#›</a:t>
            </a:fld>
            <a:endParaRPr lang="en-GB"/>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60"/>
        <p:cNvGrpSpPr/>
        <p:nvPr/>
      </p:nvGrpSpPr>
      <p:grpSpPr>
        <a:xfrm>
          <a:off x="0" y="0"/>
          <a:ext cx="0" cy="0"/>
          <a:chOff x="0" y="0"/>
          <a:chExt cx="0" cy="0"/>
        </a:xfrm>
      </p:grpSpPr>
      <p:sp>
        <p:nvSpPr>
          <p:cNvPr id="61" name="Google Shape;61;p15"/>
          <p:cNvSpPr txBox="1">
            <a:spLocks noGrp="1"/>
          </p:cNvSpPr>
          <p:nvPr>
            <p:ph type="ctrTitle"/>
          </p:nvPr>
        </p:nvSpPr>
        <p:spPr>
          <a:xfrm>
            <a:off x="514350" y="1597819"/>
            <a:ext cx="5829300" cy="1102519"/>
          </a:xfrm>
          <a:prstGeom prst="rect">
            <a:avLst/>
          </a:prstGeom>
          <a:noFill/>
          <a:ln>
            <a:noFill/>
          </a:ln>
        </p:spPr>
        <p:txBody>
          <a:bodyPr spcFirstLastPara="1" wrap="square" lIns="68575" tIns="34275" rIns="68575" bIns="34275" anchor="ctr" anchorCtr="0">
            <a:normAutofit/>
          </a:bodyPr>
          <a:lstStyle>
            <a:lvl1pPr lvl="0" algn="ctr">
              <a:lnSpc>
                <a:spcPct val="10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62" name="Google Shape;62;p15"/>
          <p:cNvSpPr txBox="1">
            <a:spLocks noGrp="1"/>
          </p:cNvSpPr>
          <p:nvPr>
            <p:ph type="subTitle" idx="1"/>
          </p:nvPr>
        </p:nvSpPr>
        <p:spPr>
          <a:xfrm>
            <a:off x="1028700" y="2914650"/>
            <a:ext cx="4800600" cy="1314450"/>
          </a:xfrm>
          <a:prstGeom prst="rect">
            <a:avLst/>
          </a:prstGeom>
          <a:noFill/>
          <a:ln>
            <a:noFill/>
          </a:ln>
        </p:spPr>
        <p:txBody>
          <a:bodyPr spcFirstLastPara="1" wrap="square" lIns="68575" tIns="34275" rIns="68575" bIns="34275" anchor="t" anchorCtr="0">
            <a:normAutofit/>
          </a:bodyPr>
          <a:lstStyle>
            <a:lvl1pPr lvl="0" algn="ctr">
              <a:lnSpc>
                <a:spcPct val="100000"/>
              </a:lnSpc>
              <a:spcBef>
                <a:spcPts val="500"/>
              </a:spcBef>
              <a:spcAft>
                <a:spcPts val="0"/>
              </a:spcAft>
              <a:buClr>
                <a:srgbClr val="888888"/>
              </a:buClr>
              <a:buSzPts val="2400"/>
              <a:buNone/>
              <a:defRPr>
                <a:solidFill>
                  <a:srgbClr val="888888"/>
                </a:solidFill>
              </a:defRPr>
            </a:lvl1pPr>
            <a:lvl2pPr lvl="1" algn="ctr">
              <a:lnSpc>
                <a:spcPct val="100000"/>
              </a:lnSpc>
              <a:spcBef>
                <a:spcPts val="400"/>
              </a:spcBef>
              <a:spcAft>
                <a:spcPts val="0"/>
              </a:spcAft>
              <a:buClr>
                <a:srgbClr val="888888"/>
              </a:buClr>
              <a:buSzPts val="2100"/>
              <a:buNone/>
              <a:defRPr>
                <a:solidFill>
                  <a:srgbClr val="888888"/>
                </a:solidFill>
              </a:defRPr>
            </a:lvl2pPr>
            <a:lvl3pPr lvl="2" algn="ctr">
              <a:lnSpc>
                <a:spcPct val="100000"/>
              </a:lnSpc>
              <a:spcBef>
                <a:spcPts val="400"/>
              </a:spcBef>
              <a:spcAft>
                <a:spcPts val="0"/>
              </a:spcAft>
              <a:buClr>
                <a:srgbClr val="888888"/>
              </a:buClr>
              <a:buSzPts val="1800"/>
              <a:buNone/>
              <a:defRPr>
                <a:solidFill>
                  <a:srgbClr val="888888"/>
                </a:solidFill>
              </a:defRPr>
            </a:lvl3pPr>
            <a:lvl4pPr lvl="3" algn="ctr">
              <a:lnSpc>
                <a:spcPct val="100000"/>
              </a:lnSpc>
              <a:spcBef>
                <a:spcPts val="300"/>
              </a:spcBef>
              <a:spcAft>
                <a:spcPts val="0"/>
              </a:spcAft>
              <a:buClr>
                <a:srgbClr val="888888"/>
              </a:buClr>
              <a:buSzPts val="1500"/>
              <a:buNone/>
              <a:defRPr>
                <a:solidFill>
                  <a:srgbClr val="888888"/>
                </a:solidFill>
              </a:defRPr>
            </a:lvl4pPr>
            <a:lvl5pPr lvl="4" algn="ctr">
              <a:lnSpc>
                <a:spcPct val="100000"/>
              </a:lnSpc>
              <a:spcBef>
                <a:spcPts val="300"/>
              </a:spcBef>
              <a:spcAft>
                <a:spcPts val="0"/>
              </a:spcAft>
              <a:buClr>
                <a:srgbClr val="888888"/>
              </a:buClr>
              <a:buSzPts val="1500"/>
              <a:buNone/>
              <a:defRPr>
                <a:solidFill>
                  <a:srgbClr val="888888"/>
                </a:solidFill>
              </a:defRPr>
            </a:lvl5pPr>
            <a:lvl6pPr lvl="5" algn="ctr">
              <a:lnSpc>
                <a:spcPct val="100000"/>
              </a:lnSpc>
              <a:spcBef>
                <a:spcPts val="300"/>
              </a:spcBef>
              <a:spcAft>
                <a:spcPts val="0"/>
              </a:spcAft>
              <a:buClr>
                <a:srgbClr val="888888"/>
              </a:buClr>
              <a:buSzPts val="1500"/>
              <a:buNone/>
              <a:defRPr>
                <a:solidFill>
                  <a:srgbClr val="888888"/>
                </a:solidFill>
              </a:defRPr>
            </a:lvl6pPr>
            <a:lvl7pPr lvl="6" algn="ctr">
              <a:lnSpc>
                <a:spcPct val="100000"/>
              </a:lnSpc>
              <a:spcBef>
                <a:spcPts val="300"/>
              </a:spcBef>
              <a:spcAft>
                <a:spcPts val="0"/>
              </a:spcAft>
              <a:buClr>
                <a:srgbClr val="888888"/>
              </a:buClr>
              <a:buSzPts val="1500"/>
              <a:buNone/>
              <a:defRPr>
                <a:solidFill>
                  <a:srgbClr val="888888"/>
                </a:solidFill>
              </a:defRPr>
            </a:lvl7pPr>
            <a:lvl8pPr lvl="7" algn="ctr">
              <a:lnSpc>
                <a:spcPct val="100000"/>
              </a:lnSpc>
              <a:spcBef>
                <a:spcPts val="300"/>
              </a:spcBef>
              <a:spcAft>
                <a:spcPts val="0"/>
              </a:spcAft>
              <a:buClr>
                <a:srgbClr val="888888"/>
              </a:buClr>
              <a:buSzPts val="1500"/>
              <a:buNone/>
              <a:defRPr>
                <a:solidFill>
                  <a:srgbClr val="888888"/>
                </a:solidFill>
              </a:defRPr>
            </a:lvl8pPr>
            <a:lvl9pPr lvl="8" algn="ctr">
              <a:lnSpc>
                <a:spcPct val="100000"/>
              </a:lnSpc>
              <a:spcBef>
                <a:spcPts val="300"/>
              </a:spcBef>
              <a:spcAft>
                <a:spcPts val="0"/>
              </a:spcAft>
              <a:buClr>
                <a:srgbClr val="888888"/>
              </a:buClr>
              <a:buSzPts val="1500"/>
              <a:buNone/>
              <a:defRPr>
                <a:solidFill>
                  <a:srgbClr val="888888"/>
                </a:solidFill>
              </a:defRPr>
            </a:lvl9pPr>
          </a:lstStyle>
          <a:p>
            <a:endParaRPr/>
          </a:p>
        </p:txBody>
      </p:sp>
      <p:sp>
        <p:nvSpPr>
          <p:cNvPr id="63" name="Google Shape;63;p15"/>
          <p:cNvSpPr txBox="1">
            <a:spLocks noGrp="1"/>
          </p:cNvSpPr>
          <p:nvPr>
            <p:ph type="dt" idx="10"/>
          </p:nvPr>
        </p:nvSpPr>
        <p:spPr>
          <a:xfrm>
            <a:off x="342900" y="4767263"/>
            <a:ext cx="1600200" cy="273844"/>
          </a:xfrm>
          <a:prstGeom prst="rect">
            <a:avLst/>
          </a:prstGeom>
          <a:noFill/>
          <a:ln>
            <a:noFill/>
          </a:ln>
        </p:spPr>
        <p:txBody>
          <a:bodyPr spcFirstLastPara="1" wrap="square" lIns="68575" tIns="34275" rIns="68575" bIns="34275" anchor="ctr" anchorCtr="0">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64" name="Google Shape;64;p15"/>
          <p:cNvSpPr txBox="1">
            <a:spLocks noGrp="1"/>
          </p:cNvSpPr>
          <p:nvPr>
            <p:ph type="ftr" idx="11"/>
          </p:nvPr>
        </p:nvSpPr>
        <p:spPr>
          <a:xfrm>
            <a:off x="2343150" y="4767263"/>
            <a:ext cx="2171700" cy="273844"/>
          </a:xfrm>
          <a:prstGeom prst="rect">
            <a:avLst/>
          </a:prstGeom>
          <a:noFill/>
          <a:ln>
            <a:noFill/>
          </a:ln>
        </p:spPr>
        <p:txBody>
          <a:bodyPr spcFirstLastPara="1" wrap="square" lIns="68575" tIns="34275" rIns="68575" bIns="34275" anchor="ctr" anchorCtr="0">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65" name="Google Shape;65;p15"/>
          <p:cNvSpPr txBox="1">
            <a:spLocks noGrp="1"/>
          </p:cNvSpPr>
          <p:nvPr>
            <p:ph type="sldNum" idx="12"/>
          </p:nvPr>
        </p:nvSpPr>
        <p:spPr>
          <a:xfrm>
            <a:off x="4914900" y="4767263"/>
            <a:ext cx="1600200" cy="273844"/>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900"/>
              <a:buFont typeface="Arial" panose="020B0604020202020204"/>
              <a:buNone/>
              <a:defRPr sz="9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900"/>
              <a:buFont typeface="Arial" panose="020B0604020202020204"/>
              <a:buNone/>
              <a:defRPr sz="9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900"/>
              <a:buFont typeface="Arial" panose="020B0604020202020204"/>
              <a:buNone/>
              <a:defRPr sz="9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900"/>
              <a:buFont typeface="Arial" panose="020B0604020202020204"/>
              <a:buNone/>
              <a:defRPr sz="9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900"/>
              <a:buFont typeface="Arial" panose="020B0604020202020204"/>
              <a:buNone/>
              <a:defRPr sz="9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900"/>
              <a:buFont typeface="Arial" panose="020B0604020202020204"/>
              <a:buNone/>
              <a:defRPr sz="9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900"/>
              <a:buFont typeface="Arial" panose="020B0604020202020204"/>
              <a:buNone/>
              <a:defRPr sz="9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900"/>
              <a:buFont typeface="Arial" panose="020B0604020202020204"/>
              <a:buNone/>
              <a:defRPr sz="9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900"/>
              <a:buFont typeface="Arial" panose="020B0604020202020204"/>
              <a:buNone/>
              <a:defRPr sz="9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GB"/>
              <a:t>‹#›</a:t>
            </a:fld>
            <a:endParaRPr lang="en-GB"/>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66"/>
        <p:cNvGrpSpPr/>
        <p:nvPr/>
      </p:nvGrpSpPr>
      <p:grpSpPr>
        <a:xfrm>
          <a:off x="0" y="0"/>
          <a:ext cx="0" cy="0"/>
          <a:chOff x="0" y="0"/>
          <a:chExt cx="0" cy="0"/>
        </a:xfrm>
      </p:grpSpPr>
      <p:sp>
        <p:nvSpPr>
          <p:cNvPr id="67" name="Google Shape;67;p16"/>
          <p:cNvSpPr txBox="1">
            <a:spLocks noGrp="1"/>
          </p:cNvSpPr>
          <p:nvPr>
            <p:ph type="title"/>
          </p:nvPr>
        </p:nvSpPr>
        <p:spPr>
          <a:xfrm>
            <a:off x="342900" y="205978"/>
            <a:ext cx="6172200" cy="857250"/>
          </a:xfrm>
          <a:prstGeom prst="rect">
            <a:avLst/>
          </a:prstGeom>
          <a:noFill/>
          <a:ln>
            <a:noFill/>
          </a:ln>
        </p:spPr>
        <p:txBody>
          <a:bodyPr spcFirstLastPara="1" wrap="square" lIns="68575" tIns="34275" rIns="68575" bIns="34275" anchor="ctr" anchorCtr="0">
            <a:normAutofit/>
          </a:bodyPr>
          <a:lstStyle>
            <a:lvl1pPr lvl="0" algn="ctr">
              <a:lnSpc>
                <a:spcPct val="10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68" name="Google Shape;68;p16"/>
          <p:cNvSpPr txBox="1">
            <a:spLocks noGrp="1"/>
          </p:cNvSpPr>
          <p:nvPr>
            <p:ph type="body" idx="1"/>
          </p:nvPr>
        </p:nvSpPr>
        <p:spPr>
          <a:xfrm>
            <a:off x="342900" y="1200150"/>
            <a:ext cx="6172200" cy="3394472"/>
          </a:xfrm>
          <a:prstGeom prst="rect">
            <a:avLst/>
          </a:prstGeom>
          <a:noFill/>
          <a:ln>
            <a:noFill/>
          </a:ln>
        </p:spPr>
        <p:txBody>
          <a:bodyPr spcFirstLastPara="1" wrap="square" lIns="68575" tIns="34275" rIns="68575" bIns="34275" anchor="t" anchorCtr="0">
            <a:normAutofit/>
          </a:bodyPr>
          <a:lstStyle>
            <a:lvl1pPr marL="457200" lvl="0" indent="-317500" algn="l">
              <a:lnSpc>
                <a:spcPct val="100000"/>
              </a:lnSpc>
              <a:spcBef>
                <a:spcPts val="300"/>
              </a:spcBef>
              <a:spcAft>
                <a:spcPts val="0"/>
              </a:spcAft>
              <a:buClr>
                <a:schemeClr val="dk1"/>
              </a:buClr>
              <a:buSzPts val="1400"/>
              <a:buChar char="•"/>
              <a:defRPr/>
            </a:lvl1pPr>
            <a:lvl2pPr marL="914400" lvl="1" indent="-317500" algn="l">
              <a:lnSpc>
                <a:spcPct val="100000"/>
              </a:lnSpc>
              <a:spcBef>
                <a:spcPts val="300"/>
              </a:spcBef>
              <a:spcAft>
                <a:spcPts val="0"/>
              </a:spcAft>
              <a:buClr>
                <a:schemeClr val="dk1"/>
              </a:buClr>
              <a:buSzPts val="1400"/>
              <a:buChar char="–"/>
              <a:defRPr/>
            </a:lvl2pPr>
            <a:lvl3pPr marL="1371600" lvl="2" indent="-317500" algn="l">
              <a:lnSpc>
                <a:spcPct val="100000"/>
              </a:lnSpc>
              <a:spcBef>
                <a:spcPts val="300"/>
              </a:spcBef>
              <a:spcAft>
                <a:spcPts val="0"/>
              </a:spcAft>
              <a:buClr>
                <a:schemeClr val="dk1"/>
              </a:buClr>
              <a:buSzPts val="1400"/>
              <a:buChar char="•"/>
              <a:defRPr/>
            </a:lvl3pPr>
            <a:lvl4pPr marL="1828800" lvl="3" indent="-317500" algn="l">
              <a:lnSpc>
                <a:spcPct val="100000"/>
              </a:lnSpc>
              <a:spcBef>
                <a:spcPts val="300"/>
              </a:spcBef>
              <a:spcAft>
                <a:spcPts val="0"/>
              </a:spcAft>
              <a:buClr>
                <a:schemeClr val="dk1"/>
              </a:buClr>
              <a:buSzPts val="1400"/>
              <a:buChar char="–"/>
              <a:defRPr/>
            </a:lvl4pPr>
            <a:lvl5pPr marL="2286000" lvl="4" indent="-317500" algn="l">
              <a:lnSpc>
                <a:spcPct val="100000"/>
              </a:lnSpc>
              <a:spcBef>
                <a:spcPts val="300"/>
              </a:spcBef>
              <a:spcAft>
                <a:spcPts val="0"/>
              </a:spcAft>
              <a:buClr>
                <a:schemeClr val="dk1"/>
              </a:buClr>
              <a:buSzPts val="1400"/>
              <a:buChar char="»"/>
              <a:defRPr/>
            </a:lvl5pPr>
            <a:lvl6pPr marL="2743200" lvl="5" indent="-317500" algn="l">
              <a:lnSpc>
                <a:spcPct val="100000"/>
              </a:lnSpc>
              <a:spcBef>
                <a:spcPts val="300"/>
              </a:spcBef>
              <a:spcAft>
                <a:spcPts val="0"/>
              </a:spcAft>
              <a:buClr>
                <a:schemeClr val="dk1"/>
              </a:buClr>
              <a:buSzPts val="1400"/>
              <a:buChar char="•"/>
              <a:defRPr/>
            </a:lvl6pPr>
            <a:lvl7pPr marL="3200400" lvl="6" indent="-317500" algn="l">
              <a:lnSpc>
                <a:spcPct val="100000"/>
              </a:lnSpc>
              <a:spcBef>
                <a:spcPts val="300"/>
              </a:spcBef>
              <a:spcAft>
                <a:spcPts val="0"/>
              </a:spcAft>
              <a:buClr>
                <a:schemeClr val="dk1"/>
              </a:buClr>
              <a:buSzPts val="1400"/>
              <a:buChar char="•"/>
              <a:defRPr/>
            </a:lvl7pPr>
            <a:lvl8pPr marL="3657600" lvl="7" indent="-317500" algn="l">
              <a:lnSpc>
                <a:spcPct val="100000"/>
              </a:lnSpc>
              <a:spcBef>
                <a:spcPts val="300"/>
              </a:spcBef>
              <a:spcAft>
                <a:spcPts val="0"/>
              </a:spcAft>
              <a:buClr>
                <a:schemeClr val="dk1"/>
              </a:buClr>
              <a:buSzPts val="1400"/>
              <a:buChar char="•"/>
              <a:defRPr/>
            </a:lvl8pPr>
            <a:lvl9pPr marL="4114800" lvl="8" indent="-317500" algn="l">
              <a:lnSpc>
                <a:spcPct val="100000"/>
              </a:lnSpc>
              <a:spcBef>
                <a:spcPts val="300"/>
              </a:spcBef>
              <a:spcAft>
                <a:spcPts val="0"/>
              </a:spcAft>
              <a:buClr>
                <a:schemeClr val="dk1"/>
              </a:buClr>
              <a:buSzPts val="1400"/>
              <a:buChar char="•"/>
              <a:defRPr/>
            </a:lvl9pPr>
          </a:lstStyle>
          <a:p>
            <a:endParaRPr/>
          </a:p>
        </p:txBody>
      </p:sp>
      <p:sp>
        <p:nvSpPr>
          <p:cNvPr id="69" name="Google Shape;69;p16"/>
          <p:cNvSpPr txBox="1">
            <a:spLocks noGrp="1"/>
          </p:cNvSpPr>
          <p:nvPr>
            <p:ph type="dt" idx="10"/>
          </p:nvPr>
        </p:nvSpPr>
        <p:spPr>
          <a:xfrm>
            <a:off x="342900" y="4767263"/>
            <a:ext cx="1600200" cy="273844"/>
          </a:xfrm>
          <a:prstGeom prst="rect">
            <a:avLst/>
          </a:prstGeom>
          <a:noFill/>
          <a:ln>
            <a:noFill/>
          </a:ln>
        </p:spPr>
        <p:txBody>
          <a:bodyPr spcFirstLastPara="1" wrap="square" lIns="68575" tIns="34275" rIns="68575" bIns="34275" anchor="ctr" anchorCtr="0">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70" name="Google Shape;70;p16"/>
          <p:cNvSpPr txBox="1">
            <a:spLocks noGrp="1"/>
          </p:cNvSpPr>
          <p:nvPr>
            <p:ph type="ftr" idx="11"/>
          </p:nvPr>
        </p:nvSpPr>
        <p:spPr>
          <a:xfrm>
            <a:off x="2343150" y="4767263"/>
            <a:ext cx="2171700" cy="273844"/>
          </a:xfrm>
          <a:prstGeom prst="rect">
            <a:avLst/>
          </a:prstGeom>
          <a:noFill/>
          <a:ln>
            <a:noFill/>
          </a:ln>
        </p:spPr>
        <p:txBody>
          <a:bodyPr spcFirstLastPara="1" wrap="square" lIns="68575" tIns="34275" rIns="68575" bIns="34275" anchor="ctr" anchorCtr="0">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71" name="Google Shape;71;p16"/>
          <p:cNvSpPr txBox="1">
            <a:spLocks noGrp="1"/>
          </p:cNvSpPr>
          <p:nvPr>
            <p:ph type="sldNum" idx="12"/>
          </p:nvPr>
        </p:nvSpPr>
        <p:spPr>
          <a:xfrm>
            <a:off x="4914900" y="4767263"/>
            <a:ext cx="1600200" cy="273844"/>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900"/>
              <a:buFont typeface="Arial" panose="020B0604020202020204"/>
              <a:buNone/>
              <a:defRPr sz="9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900"/>
              <a:buFont typeface="Arial" panose="020B0604020202020204"/>
              <a:buNone/>
              <a:defRPr sz="9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900"/>
              <a:buFont typeface="Arial" panose="020B0604020202020204"/>
              <a:buNone/>
              <a:defRPr sz="9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900"/>
              <a:buFont typeface="Arial" panose="020B0604020202020204"/>
              <a:buNone/>
              <a:defRPr sz="9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900"/>
              <a:buFont typeface="Arial" panose="020B0604020202020204"/>
              <a:buNone/>
              <a:defRPr sz="9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900"/>
              <a:buFont typeface="Arial" panose="020B0604020202020204"/>
              <a:buNone/>
              <a:defRPr sz="9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900"/>
              <a:buFont typeface="Arial" panose="020B0604020202020204"/>
              <a:buNone/>
              <a:defRPr sz="9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900"/>
              <a:buFont typeface="Arial" panose="020B0604020202020204"/>
              <a:buNone/>
              <a:defRPr sz="9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900"/>
              <a:buFont typeface="Arial" panose="020B0604020202020204"/>
              <a:buNone/>
              <a:defRPr sz="9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GB"/>
              <a:t>‹#›</a:t>
            </a:fld>
            <a:endParaRPr lang="en-GB"/>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72"/>
        <p:cNvGrpSpPr/>
        <p:nvPr/>
      </p:nvGrpSpPr>
      <p:grpSpPr>
        <a:xfrm>
          <a:off x="0" y="0"/>
          <a:ext cx="0" cy="0"/>
          <a:chOff x="0" y="0"/>
          <a:chExt cx="0" cy="0"/>
        </a:xfrm>
      </p:grpSpPr>
      <p:sp>
        <p:nvSpPr>
          <p:cNvPr id="73" name="Google Shape;73;p17"/>
          <p:cNvSpPr txBox="1">
            <a:spLocks noGrp="1"/>
          </p:cNvSpPr>
          <p:nvPr>
            <p:ph type="title"/>
          </p:nvPr>
        </p:nvSpPr>
        <p:spPr>
          <a:xfrm>
            <a:off x="541735" y="3305175"/>
            <a:ext cx="5829300" cy="1021556"/>
          </a:xfrm>
          <a:prstGeom prst="rect">
            <a:avLst/>
          </a:prstGeom>
          <a:noFill/>
          <a:ln>
            <a:noFill/>
          </a:ln>
        </p:spPr>
        <p:txBody>
          <a:bodyPr spcFirstLastPara="1" wrap="square" lIns="68575" tIns="34275" rIns="68575" bIns="34275" anchor="t" anchorCtr="0">
            <a:normAutofit/>
          </a:bodyPr>
          <a:lstStyle>
            <a:lvl1pPr lvl="0" algn="l">
              <a:lnSpc>
                <a:spcPct val="100000"/>
              </a:lnSpc>
              <a:spcBef>
                <a:spcPts val="0"/>
              </a:spcBef>
              <a:spcAft>
                <a:spcPts val="0"/>
              </a:spcAft>
              <a:buClr>
                <a:schemeClr val="dk1"/>
              </a:buClr>
              <a:buSzPts val="3000"/>
              <a:buFont typeface="Calibri" panose="020F0502020204030204"/>
              <a:buNone/>
              <a:defRPr sz="3000" b="1" cap="none"/>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74" name="Google Shape;74;p17"/>
          <p:cNvSpPr txBox="1">
            <a:spLocks noGrp="1"/>
          </p:cNvSpPr>
          <p:nvPr>
            <p:ph type="body" idx="1"/>
          </p:nvPr>
        </p:nvSpPr>
        <p:spPr>
          <a:xfrm>
            <a:off x="541735" y="2180035"/>
            <a:ext cx="5829300" cy="1125140"/>
          </a:xfrm>
          <a:prstGeom prst="rect">
            <a:avLst/>
          </a:prstGeom>
          <a:noFill/>
          <a:ln>
            <a:noFill/>
          </a:ln>
        </p:spPr>
        <p:txBody>
          <a:bodyPr spcFirstLastPara="1" wrap="square" lIns="68575" tIns="34275" rIns="68575" bIns="34275" anchor="b" anchorCtr="0">
            <a:normAutofit/>
          </a:bodyPr>
          <a:lstStyle>
            <a:lvl1pPr marL="457200" lvl="0" indent="-228600" algn="l">
              <a:lnSpc>
                <a:spcPct val="100000"/>
              </a:lnSpc>
              <a:spcBef>
                <a:spcPts val="300"/>
              </a:spcBef>
              <a:spcAft>
                <a:spcPts val="0"/>
              </a:spcAft>
              <a:buClr>
                <a:srgbClr val="888888"/>
              </a:buClr>
              <a:buSzPts val="1500"/>
              <a:buNone/>
              <a:defRPr sz="1500">
                <a:solidFill>
                  <a:srgbClr val="888888"/>
                </a:solidFill>
              </a:defRPr>
            </a:lvl1pPr>
            <a:lvl2pPr marL="914400" lvl="1" indent="-228600" algn="l">
              <a:lnSpc>
                <a:spcPct val="100000"/>
              </a:lnSpc>
              <a:spcBef>
                <a:spcPts val="300"/>
              </a:spcBef>
              <a:spcAft>
                <a:spcPts val="0"/>
              </a:spcAft>
              <a:buClr>
                <a:srgbClr val="888888"/>
              </a:buClr>
              <a:buSzPts val="1400"/>
              <a:buNone/>
              <a:defRPr sz="1400">
                <a:solidFill>
                  <a:srgbClr val="888888"/>
                </a:solidFill>
              </a:defRPr>
            </a:lvl2pPr>
            <a:lvl3pPr marL="1371600" lvl="2" indent="-228600" algn="l">
              <a:lnSpc>
                <a:spcPct val="100000"/>
              </a:lnSpc>
              <a:spcBef>
                <a:spcPts val="200"/>
              </a:spcBef>
              <a:spcAft>
                <a:spcPts val="0"/>
              </a:spcAft>
              <a:buClr>
                <a:srgbClr val="888888"/>
              </a:buClr>
              <a:buSzPts val="1200"/>
              <a:buNone/>
              <a:defRPr sz="1200">
                <a:solidFill>
                  <a:srgbClr val="888888"/>
                </a:solidFill>
              </a:defRPr>
            </a:lvl3pPr>
            <a:lvl4pPr marL="1828800" lvl="3" indent="-228600" algn="l">
              <a:lnSpc>
                <a:spcPct val="100000"/>
              </a:lnSpc>
              <a:spcBef>
                <a:spcPts val="200"/>
              </a:spcBef>
              <a:spcAft>
                <a:spcPts val="0"/>
              </a:spcAft>
              <a:buClr>
                <a:srgbClr val="888888"/>
              </a:buClr>
              <a:buSzPts val="1100"/>
              <a:buNone/>
              <a:defRPr sz="1100">
                <a:solidFill>
                  <a:srgbClr val="888888"/>
                </a:solidFill>
              </a:defRPr>
            </a:lvl4pPr>
            <a:lvl5pPr marL="2286000" lvl="4" indent="-228600" algn="l">
              <a:lnSpc>
                <a:spcPct val="100000"/>
              </a:lnSpc>
              <a:spcBef>
                <a:spcPts val="200"/>
              </a:spcBef>
              <a:spcAft>
                <a:spcPts val="0"/>
              </a:spcAft>
              <a:buClr>
                <a:srgbClr val="888888"/>
              </a:buClr>
              <a:buSzPts val="1100"/>
              <a:buNone/>
              <a:defRPr sz="1100">
                <a:solidFill>
                  <a:srgbClr val="888888"/>
                </a:solidFill>
              </a:defRPr>
            </a:lvl5pPr>
            <a:lvl6pPr marL="2743200" lvl="5" indent="-228600" algn="l">
              <a:lnSpc>
                <a:spcPct val="100000"/>
              </a:lnSpc>
              <a:spcBef>
                <a:spcPts val="200"/>
              </a:spcBef>
              <a:spcAft>
                <a:spcPts val="0"/>
              </a:spcAft>
              <a:buClr>
                <a:srgbClr val="888888"/>
              </a:buClr>
              <a:buSzPts val="1100"/>
              <a:buNone/>
              <a:defRPr sz="1100">
                <a:solidFill>
                  <a:srgbClr val="888888"/>
                </a:solidFill>
              </a:defRPr>
            </a:lvl6pPr>
            <a:lvl7pPr marL="3200400" lvl="6" indent="-228600" algn="l">
              <a:lnSpc>
                <a:spcPct val="100000"/>
              </a:lnSpc>
              <a:spcBef>
                <a:spcPts val="200"/>
              </a:spcBef>
              <a:spcAft>
                <a:spcPts val="0"/>
              </a:spcAft>
              <a:buClr>
                <a:srgbClr val="888888"/>
              </a:buClr>
              <a:buSzPts val="1100"/>
              <a:buNone/>
              <a:defRPr sz="1100">
                <a:solidFill>
                  <a:srgbClr val="888888"/>
                </a:solidFill>
              </a:defRPr>
            </a:lvl7pPr>
            <a:lvl8pPr marL="3657600" lvl="7" indent="-228600" algn="l">
              <a:lnSpc>
                <a:spcPct val="100000"/>
              </a:lnSpc>
              <a:spcBef>
                <a:spcPts val="200"/>
              </a:spcBef>
              <a:spcAft>
                <a:spcPts val="0"/>
              </a:spcAft>
              <a:buClr>
                <a:srgbClr val="888888"/>
              </a:buClr>
              <a:buSzPts val="1100"/>
              <a:buNone/>
              <a:defRPr sz="1100">
                <a:solidFill>
                  <a:srgbClr val="888888"/>
                </a:solidFill>
              </a:defRPr>
            </a:lvl8pPr>
            <a:lvl9pPr marL="4114800" lvl="8" indent="-228600" algn="l">
              <a:lnSpc>
                <a:spcPct val="100000"/>
              </a:lnSpc>
              <a:spcBef>
                <a:spcPts val="200"/>
              </a:spcBef>
              <a:spcAft>
                <a:spcPts val="0"/>
              </a:spcAft>
              <a:buClr>
                <a:srgbClr val="888888"/>
              </a:buClr>
              <a:buSzPts val="1100"/>
              <a:buNone/>
              <a:defRPr sz="1100">
                <a:solidFill>
                  <a:srgbClr val="888888"/>
                </a:solidFill>
              </a:defRPr>
            </a:lvl9pPr>
          </a:lstStyle>
          <a:p>
            <a:endParaRPr/>
          </a:p>
        </p:txBody>
      </p:sp>
      <p:sp>
        <p:nvSpPr>
          <p:cNvPr id="75" name="Google Shape;75;p17"/>
          <p:cNvSpPr txBox="1">
            <a:spLocks noGrp="1"/>
          </p:cNvSpPr>
          <p:nvPr>
            <p:ph type="dt" idx="10"/>
          </p:nvPr>
        </p:nvSpPr>
        <p:spPr>
          <a:xfrm>
            <a:off x="342900" y="4767263"/>
            <a:ext cx="1600200" cy="273844"/>
          </a:xfrm>
          <a:prstGeom prst="rect">
            <a:avLst/>
          </a:prstGeom>
          <a:noFill/>
          <a:ln>
            <a:noFill/>
          </a:ln>
        </p:spPr>
        <p:txBody>
          <a:bodyPr spcFirstLastPara="1" wrap="square" lIns="68575" tIns="34275" rIns="68575" bIns="34275" anchor="ctr" anchorCtr="0">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76" name="Google Shape;76;p17"/>
          <p:cNvSpPr txBox="1">
            <a:spLocks noGrp="1"/>
          </p:cNvSpPr>
          <p:nvPr>
            <p:ph type="ftr" idx="11"/>
          </p:nvPr>
        </p:nvSpPr>
        <p:spPr>
          <a:xfrm>
            <a:off x="2343150" y="4767263"/>
            <a:ext cx="2171700" cy="273844"/>
          </a:xfrm>
          <a:prstGeom prst="rect">
            <a:avLst/>
          </a:prstGeom>
          <a:noFill/>
          <a:ln>
            <a:noFill/>
          </a:ln>
        </p:spPr>
        <p:txBody>
          <a:bodyPr spcFirstLastPara="1" wrap="square" lIns="68575" tIns="34275" rIns="68575" bIns="34275" anchor="ctr" anchorCtr="0">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77" name="Google Shape;77;p17"/>
          <p:cNvSpPr txBox="1">
            <a:spLocks noGrp="1"/>
          </p:cNvSpPr>
          <p:nvPr>
            <p:ph type="sldNum" idx="12"/>
          </p:nvPr>
        </p:nvSpPr>
        <p:spPr>
          <a:xfrm>
            <a:off x="4914900" y="4767263"/>
            <a:ext cx="1600200" cy="273844"/>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900"/>
              <a:buFont typeface="Arial" panose="020B0604020202020204"/>
              <a:buNone/>
              <a:defRPr sz="9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900"/>
              <a:buFont typeface="Arial" panose="020B0604020202020204"/>
              <a:buNone/>
              <a:defRPr sz="9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900"/>
              <a:buFont typeface="Arial" panose="020B0604020202020204"/>
              <a:buNone/>
              <a:defRPr sz="9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900"/>
              <a:buFont typeface="Arial" panose="020B0604020202020204"/>
              <a:buNone/>
              <a:defRPr sz="9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900"/>
              <a:buFont typeface="Arial" panose="020B0604020202020204"/>
              <a:buNone/>
              <a:defRPr sz="9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900"/>
              <a:buFont typeface="Arial" panose="020B0604020202020204"/>
              <a:buNone/>
              <a:defRPr sz="9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900"/>
              <a:buFont typeface="Arial" panose="020B0604020202020204"/>
              <a:buNone/>
              <a:defRPr sz="9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900"/>
              <a:buFont typeface="Arial" panose="020B0604020202020204"/>
              <a:buNone/>
              <a:defRPr sz="9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900"/>
              <a:buFont typeface="Arial" panose="020B0604020202020204"/>
              <a:buNone/>
              <a:defRPr sz="9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GB"/>
              <a:t>‹#›</a:t>
            </a:fld>
            <a:endParaRPr lang="en-GB"/>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78"/>
        <p:cNvGrpSpPr/>
        <p:nvPr/>
      </p:nvGrpSpPr>
      <p:grpSpPr>
        <a:xfrm>
          <a:off x="0" y="0"/>
          <a:ext cx="0" cy="0"/>
          <a:chOff x="0" y="0"/>
          <a:chExt cx="0" cy="0"/>
        </a:xfrm>
      </p:grpSpPr>
      <p:sp>
        <p:nvSpPr>
          <p:cNvPr id="79" name="Google Shape;79;p18"/>
          <p:cNvSpPr txBox="1">
            <a:spLocks noGrp="1"/>
          </p:cNvSpPr>
          <p:nvPr>
            <p:ph type="title"/>
          </p:nvPr>
        </p:nvSpPr>
        <p:spPr>
          <a:xfrm>
            <a:off x="342900" y="205978"/>
            <a:ext cx="6172200" cy="857250"/>
          </a:xfrm>
          <a:prstGeom prst="rect">
            <a:avLst/>
          </a:prstGeom>
          <a:noFill/>
          <a:ln>
            <a:noFill/>
          </a:ln>
        </p:spPr>
        <p:txBody>
          <a:bodyPr spcFirstLastPara="1" wrap="square" lIns="68575" tIns="34275" rIns="68575" bIns="34275" anchor="ctr" anchorCtr="0">
            <a:normAutofit/>
          </a:bodyPr>
          <a:lstStyle>
            <a:lvl1pPr lvl="0" algn="ctr">
              <a:lnSpc>
                <a:spcPct val="10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80" name="Google Shape;80;p18"/>
          <p:cNvSpPr txBox="1">
            <a:spLocks noGrp="1"/>
          </p:cNvSpPr>
          <p:nvPr>
            <p:ph type="body" idx="1"/>
          </p:nvPr>
        </p:nvSpPr>
        <p:spPr>
          <a:xfrm>
            <a:off x="342900" y="1200150"/>
            <a:ext cx="3028950" cy="3394472"/>
          </a:xfrm>
          <a:prstGeom prst="rect">
            <a:avLst/>
          </a:prstGeom>
          <a:noFill/>
          <a:ln>
            <a:noFill/>
          </a:ln>
        </p:spPr>
        <p:txBody>
          <a:bodyPr spcFirstLastPara="1" wrap="square" lIns="68575" tIns="34275" rIns="68575" bIns="34275" anchor="t" anchorCtr="0">
            <a:normAutofit/>
          </a:bodyPr>
          <a:lstStyle>
            <a:lvl1pPr marL="457200" lvl="0" indent="-361950" algn="l">
              <a:lnSpc>
                <a:spcPct val="100000"/>
              </a:lnSpc>
              <a:spcBef>
                <a:spcPts val="400"/>
              </a:spcBef>
              <a:spcAft>
                <a:spcPts val="0"/>
              </a:spcAft>
              <a:buClr>
                <a:schemeClr val="dk1"/>
              </a:buClr>
              <a:buSzPts val="2100"/>
              <a:buChar char="•"/>
              <a:defRPr sz="2100"/>
            </a:lvl1pPr>
            <a:lvl2pPr marL="914400" lvl="1" indent="-342900" algn="l">
              <a:lnSpc>
                <a:spcPct val="100000"/>
              </a:lnSpc>
              <a:spcBef>
                <a:spcPts val="400"/>
              </a:spcBef>
              <a:spcAft>
                <a:spcPts val="0"/>
              </a:spcAft>
              <a:buClr>
                <a:schemeClr val="dk1"/>
              </a:buClr>
              <a:buSzPts val="1800"/>
              <a:buChar char="–"/>
              <a:defRPr sz="1800"/>
            </a:lvl2pPr>
            <a:lvl3pPr marL="1371600" lvl="2" indent="-323850" algn="l">
              <a:lnSpc>
                <a:spcPct val="100000"/>
              </a:lnSpc>
              <a:spcBef>
                <a:spcPts val="300"/>
              </a:spcBef>
              <a:spcAft>
                <a:spcPts val="0"/>
              </a:spcAft>
              <a:buClr>
                <a:schemeClr val="dk1"/>
              </a:buClr>
              <a:buSzPts val="1500"/>
              <a:buChar char="•"/>
              <a:defRPr sz="1500"/>
            </a:lvl3pPr>
            <a:lvl4pPr marL="1828800" lvl="3" indent="-317500" algn="l">
              <a:lnSpc>
                <a:spcPct val="100000"/>
              </a:lnSpc>
              <a:spcBef>
                <a:spcPts val="300"/>
              </a:spcBef>
              <a:spcAft>
                <a:spcPts val="0"/>
              </a:spcAft>
              <a:buClr>
                <a:schemeClr val="dk1"/>
              </a:buClr>
              <a:buSzPts val="1400"/>
              <a:buChar char="–"/>
              <a:defRPr sz="1400"/>
            </a:lvl4pPr>
            <a:lvl5pPr marL="2286000" lvl="4" indent="-317500" algn="l">
              <a:lnSpc>
                <a:spcPct val="100000"/>
              </a:lnSpc>
              <a:spcBef>
                <a:spcPts val="300"/>
              </a:spcBef>
              <a:spcAft>
                <a:spcPts val="0"/>
              </a:spcAft>
              <a:buClr>
                <a:schemeClr val="dk1"/>
              </a:buClr>
              <a:buSzPts val="1400"/>
              <a:buChar char="»"/>
              <a:defRPr sz="1400"/>
            </a:lvl5pPr>
            <a:lvl6pPr marL="2743200" lvl="5" indent="-317500" algn="l">
              <a:lnSpc>
                <a:spcPct val="100000"/>
              </a:lnSpc>
              <a:spcBef>
                <a:spcPts val="300"/>
              </a:spcBef>
              <a:spcAft>
                <a:spcPts val="0"/>
              </a:spcAft>
              <a:buClr>
                <a:schemeClr val="dk1"/>
              </a:buClr>
              <a:buSzPts val="1400"/>
              <a:buChar char="•"/>
              <a:defRPr sz="1400"/>
            </a:lvl6pPr>
            <a:lvl7pPr marL="3200400" lvl="6" indent="-317500" algn="l">
              <a:lnSpc>
                <a:spcPct val="100000"/>
              </a:lnSpc>
              <a:spcBef>
                <a:spcPts val="300"/>
              </a:spcBef>
              <a:spcAft>
                <a:spcPts val="0"/>
              </a:spcAft>
              <a:buClr>
                <a:schemeClr val="dk1"/>
              </a:buClr>
              <a:buSzPts val="1400"/>
              <a:buChar char="•"/>
              <a:defRPr sz="1400"/>
            </a:lvl7pPr>
            <a:lvl8pPr marL="3657600" lvl="7" indent="-317500" algn="l">
              <a:lnSpc>
                <a:spcPct val="100000"/>
              </a:lnSpc>
              <a:spcBef>
                <a:spcPts val="300"/>
              </a:spcBef>
              <a:spcAft>
                <a:spcPts val="0"/>
              </a:spcAft>
              <a:buClr>
                <a:schemeClr val="dk1"/>
              </a:buClr>
              <a:buSzPts val="1400"/>
              <a:buChar char="•"/>
              <a:defRPr sz="1400"/>
            </a:lvl8pPr>
            <a:lvl9pPr marL="4114800" lvl="8" indent="-317500" algn="l">
              <a:lnSpc>
                <a:spcPct val="100000"/>
              </a:lnSpc>
              <a:spcBef>
                <a:spcPts val="300"/>
              </a:spcBef>
              <a:spcAft>
                <a:spcPts val="0"/>
              </a:spcAft>
              <a:buClr>
                <a:schemeClr val="dk1"/>
              </a:buClr>
              <a:buSzPts val="1400"/>
              <a:buChar char="•"/>
              <a:defRPr sz="1400"/>
            </a:lvl9pPr>
          </a:lstStyle>
          <a:p>
            <a:endParaRPr/>
          </a:p>
        </p:txBody>
      </p:sp>
      <p:sp>
        <p:nvSpPr>
          <p:cNvPr id="81" name="Google Shape;81;p18"/>
          <p:cNvSpPr txBox="1">
            <a:spLocks noGrp="1"/>
          </p:cNvSpPr>
          <p:nvPr>
            <p:ph type="body" idx="2"/>
          </p:nvPr>
        </p:nvSpPr>
        <p:spPr>
          <a:xfrm>
            <a:off x="3486150" y="1200150"/>
            <a:ext cx="3028950" cy="3394472"/>
          </a:xfrm>
          <a:prstGeom prst="rect">
            <a:avLst/>
          </a:prstGeom>
          <a:noFill/>
          <a:ln>
            <a:noFill/>
          </a:ln>
        </p:spPr>
        <p:txBody>
          <a:bodyPr spcFirstLastPara="1" wrap="square" lIns="68575" tIns="34275" rIns="68575" bIns="34275" anchor="t" anchorCtr="0">
            <a:normAutofit/>
          </a:bodyPr>
          <a:lstStyle>
            <a:lvl1pPr marL="457200" lvl="0" indent="-361950" algn="l">
              <a:lnSpc>
                <a:spcPct val="100000"/>
              </a:lnSpc>
              <a:spcBef>
                <a:spcPts val="400"/>
              </a:spcBef>
              <a:spcAft>
                <a:spcPts val="0"/>
              </a:spcAft>
              <a:buClr>
                <a:schemeClr val="dk1"/>
              </a:buClr>
              <a:buSzPts val="2100"/>
              <a:buChar char="•"/>
              <a:defRPr sz="2100"/>
            </a:lvl1pPr>
            <a:lvl2pPr marL="914400" lvl="1" indent="-342900" algn="l">
              <a:lnSpc>
                <a:spcPct val="100000"/>
              </a:lnSpc>
              <a:spcBef>
                <a:spcPts val="400"/>
              </a:spcBef>
              <a:spcAft>
                <a:spcPts val="0"/>
              </a:spcAft>
              <a:buClr>
                <a:schemeClr val="dk1"/>
              </a:buClr>
              <a:buSzPts val="1800"/>
              <a:buChar char="–"/>
              <a:defRPr sz="1800"/>
            </a:lvl2pPr>
            <a:lvl3pPr marL="1371600" lvl="2" indent="-323850" algn="l">
              <a:lnSpc>
                <a:spcPct val="100000"/>
              </a:lnSpc>
              <a:spcBef>
                <a:spcPts val="300"/>
              </a:spcBef>
              <a:spcAft>
                <a:spcPts val="0"/>
              </a:spcAft>
              <a:buClr>
                <a:schemeClr val="dk1"/>
              </a:buClr>
              <a:buSzPts val="1500"/>
              <a:buChar char="•"/>
              <a:defRPr sz="1500"/>
            </a:lvl3pPr>
            <a:lvl4pPr marL="1828800" lvl="3" indent="-317500" algn="l">
              <a:lnSpc>
                <a:spcPct val="100000"/>
              </a:lnSpc>
              <a:spcBef>
                <a:spcPts val="300"/>
              </a:spcBef>
              <a:spcAft>
                <a:spcPts val="0"/>
              </a:spcAft>
              <a:buClr>
                <a:schemeClr val="dk1"/>
              </a:buClr>
              <a:buSzPts val="1400"/>
              <a:buChar char="–"/>
              <a:defRPr sz="1400"/>
            </a:lvl4pPr>
            <a:lvl5pPr marL="2286000" lvl="4" indent="-317500" algn="l">
              <a:lnSpc>
                <a:spcPct val="100000"/>
              </a:lnSpc>
              <a:spcBef>
                <a:spcPts val="300"/>
              </a:spcBef>
              <a:spcAft>
                <a:spcPts val="0"/>
              </a:spcAft>
              <a:buClr>
                <a:schemeClr val="dk1"/>
              </a:buClr>
              <a:buSzPts val="1400"/>
              <a:buChar char="»"/>
              <a:defRPr sz="1400"/>
            </a:lvl5pPr>
            <a:lvl6pPr marL="2743200" lvl="5" indent="-317500" algn="l">
              <a:lnSpc>
                <a:spcPct val="100000"/>
              </a:lnSpc>
              <a:spcBef>
                <a:spcPts val="300"/>
              </a:spcBef>
              <a:spcAft>
                <a:spcPts val="0"/>
              </a:spcAft>
              <a:buClr>
                <a:schemeClr val="dk1"/>
              </a:buClr>
              <a:buSzPts val="1400"/>
              <a:buChar char="•"/>
              <a:defRPr sz="1400"/>
            </a:lvl6pPr>
            <a:lvl7pPr marL="3200400" lvl="6" indent="-317500" algn="l">
              <a:lnSpc>
                <a:spcPct val="100000"/>
              </a:lnSpc>
              <a:spcBef>
                <a:spcPts val="300"/>
              </a:spcBef>
              <a:spcAft>
                <a:spcPts val="0"/>
              </a:spcAft>
              <a:buClr>
                <a:schemeClr val="dk1"/>
              </a:buClr>
              <a:buSzPts val="1400"/>
              <a:buChar char="•"/>
              <a:defRPr sz="1400"/>
            </a:lvl7pPr>
            <a:lvl8pPr marL="3657600" lvl="7" indent="-317500" algn="l">
              <a:lnSpc>
                <a:spcPct val="100000"/>
              </a:lnSpc>
              <a:spcBef>
                <a:spcPts val="300"/>
              </a:spcBef>
              <a:spcAft>
                <a:spcPts val="0"/>
              </a:spcAft>
              <a:buClr>
                <a:schemeClr val="dk1"/>
              </a:buClr>
              <a:buSzPts val="1400"/>
              <a:buChar char="•"/>
              <a:defRPr sz="1400"/>
            </a:lvl8pPr>
            <a:lvl9pPr marL="4114800" lvl="8" indent="-317500" algn="l">
              <a:lnSpc>
                <a:spcPct val="100000"/>
              </a:lnSpc>
              <a:spcBef>
                <a:spcPts val="300"/>
              </a:spcBef>
              <a:spcAft>
                <a:spcPts val="0"/>
              </a:spcAft>
              <a:buClr>
                <a:schemeClr val="dk1"/>
              </a:buClr>
              <a:buSzPts val="1400"/>
              <a:buChar char="•"/>
              <a:defRPr sz="1400"/>
            </a:lvl9pPr>
          </a:lstStyle>
          <a:p>
            <a:endParaRPr/>
          </a:p>
        </p:txBody>
      </p:sp>
      <p:sp>
        <p:nvSpPr>
          <p:cNvPr id="82" name="Google Shape;82;p18"/>
          <p:cNvSpPr txBox="1">
            <a:spLocks noGrp="1"/>
          </p:cNvSpPr>
          <p:nvPr>
            <p:ph type="dt" idx="10"/>
          </p:nvPr>
        </p:nvSpPr>
        <p:spPr>
          <a:xfrm>
            <a:off x="342900" y="4767263"/>
            <a:ext cx="1600200" cy="273844"/>
          </a:xfrm>
          <a:prstGeom prst="rect">
            <a:avLst/>
          </a:prstGeom>
          <a:noFill/>
          <a:ln>
            <a:noFill/>
          </a:ln>
        </p:spPr>
        <p:txBody>
          <a:bodyPr spcFirstLastPara="1" wrap="square" lIns="68575" tIns="34275" rIns="68575" bIns="34275" anchor="ctr" anchorCtr="0">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83" name="Google Shape;83;p18"/>
          <p:cNvSpPr txBox="1">
            <a:spLocks noGrp="1"/>
          </p:cNvSpPr>
          <p:nvPr>
            <p:ph type="ftr" idx="11"/>
          </p:nvPr>
        </p:nvSpPr>
        <p:spPr>
          <a:xfrm>
            <a:off x="2343150" y="4767263"/>
            <a:ext cx="2171700" cy="273844"/>
          </a:xfrm>
          <a:prstGeom prst="rect">
            <a:avLst/>
          </a:prstGeom>
          <a:noFill/>
          <a:ln>
            <a:noFill/>
          </a:ln>
        </p:spPr>
        <p:txBody>
          <a:bodyPr spcFirstLastPara="1" wrap="square" lIns="68575" tIns="34275" rIns="68575" bIns="34275" anchor="ctr" anchorCtr="0">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84" name="Google Shape;84;p18"/>
          <p:cNvSpPr txBox="1">
            <a:spLocks noGrp="1"/>
          </p:cNvSpPr>
          <p:nvPr>
            <p:ph type="sldNum" idx="12"/>
          </p:nvPr>
        </p:nvSpPr>
        <p:spPr>
          <a:xfrm>
            <a:off x="4914900" y="4767263"/>
            <a:ext cx="1600200" cy="273844"/>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900"/>
              <a:buFont typeface="Arial" panose="020B0604020202020204"/>
              <a:buNone/>
              <a:defRPr sz="9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900"/>
              <a:buFont typeface="Arial" panose="020B0604020202020204"/>
              <a:buNone/>
              <a:defRPr sz="9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900"/>
              <a:buFont typeface="Arial" panose="020B0604020202020204"/>
              <a:buNone/>
              <a:defRPr sz="9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900"/>
              <a:buFont typeface="Arial" panose="020B0604020202020204"/>
              <a:buNone/>
              <a:defRPr sz="9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900"/>
              <a:buFont typeface="Arial" panose="020B0604020202020204"/>
              <a:buNone/>
              <a:defRPr sz="9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900"/>
              <a:buFont typeface="Arial" panose="020B0604020202020204"/>
              <a:buNone/>
              <a:defRPr sz="9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900"/>
              <a:buFont typeface="Arial" panose="020B0604020202020204"/>
              <a:buNone/>
              <a:defRPr sz="9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900"/>
              <a:buFont typeface="Arial" panose="020B0604020202020204"/>
              <a:buNone/>
              <a:defRPr sz="9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900"/>
              <a:buFont typeface="Arial" panose="020B0604020202020204"/>
              <a:buNone/>
              <a:defRPr sz="9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GB"/>
              <a:t>‹#›</a:t>
            </a:fld>
            <a:endParaRPr lang="en-GB"/>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85"/>
        <p:cNvGrpSpPr/>
        <p:nvPr/>
      </p:nvGrpSpPr>
      <p:grpSpPr>
        <a:xfrm>
          <a:off x="0" y="0"/>
          <a:ext cx="0" cy="0"/>
          <a:chOff x="0" y="0"/>
          <a:chExt cx="0" cy="0"/>
        </a:xfrm>
      </p:grpSpPr>
      <p:sp>
        <p:nvSpPr>
          <p:cNvPr id="86" name="Google Shape;86;p19"/>
          <p:cNvSpPr txBox="1">
            <a:spLocks noGrp="1"/>
          </p:cNvSpPr>
          <p:nvPr>
            <p:ph type="title"/>
          </p:nvPr>
        </p:nvSpPr>
        <p:spPr>
          <a:xfrm>
            <a:off x="342900" y="205978"/>
            <a:ext cx="6172200" cy="857250"/>
          </a:xfrm>
          <a:prstGeom prst="rect">
            <a:avLst/>
          </a:prstGeom>
          <a:noFill/>
          <a:ln>
            <a:noFill/>
          </a:ln>
        </p:spPr>
        <p:txBody>
          <a:bodyPr spcFirstLastPara="1" wrap="square" lIns="68575" tIns="34275" rIns="68575" bIns="34275" anchor="ctr" anchorCtr="0">
            <a:normAutofit/>
          </a:bodyPr>
          <a:lstStyle>
            <a:lvl1pPr lvl="0" algn="ctr">
              <a:lnSpc>
                <a:spcPct val="100000"/>
              </a:lnSpc>
              <a:spcBef>
                <a:spcPts val="0"/>
              </a:spcBef>
              <a:spcAft>
                <a:spcPts val="0"/>
              </a:spcAft>
              <a:buClr>
                <a:schemeClr val="dk1"/>
              </a:buClr>
              <a:buSzPts val="3300"/>
              <a:buFont typeface="Calibri" panose="020F0502020204030204"/>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87" name="Google Shape;87;p19"/>
          <p:cNvSpPr txBox="1">
            <a:spLocks noGrp="1"/>
          </p:cNvSpPr>
          <p:nvPr>
            <p:ph type="body" idx="1"/>
          </p:nvPr>
        </p:nvSpPr>
        <p:spPr>
          <a:xfrm>
            <a:off x="342900" y="1151335"/>
            <a:ext cx="3030141" cy="479822"/>
          </a:xfrm>
          <a:prstGeom prst="rect">
            <a:avLst/>
          </a:prstGeom>
          <a:noFill/>
          <a:ln>
            <a:noFill/>
          </a:ln>
        </p:spPr>
        <p:txBody>
          <a:bodyPr spcFirstLastPara="1" wrap="square" lIns="68575" tIns="34275" rIns="68575" bIns="34275" anchor="b" anchorCtr="0">
            <a:normAutofit/>
          </a:bodyPr>
          <a:lstStyle>
            <a:lvl1pPr marL="457200" lvl="0" indent="-228600" algn="l">
              <a:lnSpc>
                <a:spcPct val="100000"/>
              </a:lnSpc>
              <a:spcBef>
                <a:spcPts val="400"/>
              </a:spcBef>
              <a:spcAft>
                <a:spcPts val="0"/>
              </a:spcAft>
              <a:buClr>
                <a:schemeClr val="dk1"/>
              </a:buClr>
              <a:buSzPts val="1800"/>
              <a:buNone/>
              <a:defRPr sz="1800" b="1"/>
            </a:lvl1pPr>
            <a:lvl2pPr marL="914400" lvl="1" indent="-228600" algn="l">
              <a:lnSpc>
                <a:spcPct val="100000"/>
              </a:lnSpc>
              <a:spcBef>
                <a:spcPts val="300"/>
              </a:spcBef>
              <a:spcAft>
                <a:spcPts val="0"/>
              </a:spcAft>
              <a:buClr>
                <a:schemeClr val="dk1"/>
              </a:buClr>
              <a:buSzPts val="1500"/>
              <a:buNone/>
              <a:defRPr sz="1500" b="1"/>
            </a:lvl2pPr>
            <a:lvl3pPr marL="1371600" lvl="2" indent="-228600" algn="l">
              <a:lnSpc>
                <a:spcPct val="100000"/>
              </a:lnSpc>
              <a:spcBef>
                <a:spcPts val="300"/>
              </a:spcBef>
              <a:spcAft>
                <a:spcPts val="0"/>
              </a:spcAft>
              <a:buClr>
                <a:schemeClr val="dk1"/>
              </a:buClr>
              <a:buSzPts val="1400"/>
              <a:buNone/>
              <a:defRPr sz="1400" b="1"/>
            </a:lvl3pPr>
            <a:lvl4pPr marL="1828800" lvl="3" indent="-228600" algn="l">
              <a:lnSpc>
                <a:spcPct val="100000"/>
              </a:lnSpc>
              <a:spcBef>
                <a:spcPts val="200"/>
              </a:spcBef>
              <a:spcAft>
                <a:spcPts val="0"/>
              </a:spcAft>
              <a:buClr>
                <a:schemeClr val="dk1"/>
              </a:buClr>
              <a:buSzPts val="1200"/>
              <a:buNone/>
              <a:defRPr sz="1200" b="1"/>
            </a:lvl4pPr>
            <a:lvl5pPr marL="2286000" lvl="4" indent="-228600" algn="l">
              <a:lnSpc>
                <a:spcPct val="100000"/>
              </a:lnSpc>
              <a:spcBef>
                <a:spcPts val="200"/>
              </a:spcBef>
              <a:spcAft>
                <a:spcPts val="0"/>
              </a:spcAft>
              <a:buClr>
                <a:schemeClr val="dk1"/>
              </a:buClr>
              <a:buSzPts val="1200"/>
              <a:buNone/>
              <a:defRPr sz="1200" b="1"/>
            </a:lvl5pPr>
            <a:lvl6pPr marL="2743200" lvl="5" indent="-228600" algn="l">
              <a:lnSpc>
                <a:spcPct val="100000"/>
              </a:lnSpc>
              <a:spcBef>
                <a:spcPts val="200"/>
              </a:spcBef>
              <a:spcAft>
                <a:spcPts val="0"/>
              </a:spcAft>
              <a:buClr>
                <a:schemeClr val="dk1"/>
              </a:buClr>
              <a:buSzPts val="1200"/>
              <a:buNone/>
              <a:defRPr sz="1200" b="1"/>
            </a:lvl6pPr>
            <a:lvl7pPr marL="3200400" lvl="6" indent="-228600" algn="l">
              <a:lnSpc>
                <a:spcPct val="100000"/>
              </a:lnSpc>
              <a:spcBef>
                <a:spcPts val="200"/>
              </a:spcBef>
              <a:spcAft>
                <a:spcPts val="0"/>
              </a:spcAft>
              <a:buClr>
                <a:schemeClr val="dk1"/>
              </a:buClr>
              <a:buSzPts val="1200"/>
              <a:buNone/>
              <a:defRPr sz="1200" b="1"/>
            </a:lvl7pPr>
            <a:lvl8pPr marL="3657600" lvl="7" indent="-228600" algn="l">
              <a:lnSpc>
                <a:spcPct val="100000"/>
              </a:lnSpc>
              <a:spcBef>
                <a:spcPts val="200"/>
              </a:spcBef>
              <a:spcAft>
                <a:spcPts val="0"/>
              </a:spcAft>
              <a:buClr>
                <a:schemeClr val="dk1"/>
              </a:buClr>
              <a:buSzPts val="1200"/>
              <a:buNone/>
              <a:defRPr sz="1200" b="1"/>
            </a:lvl8pPr>
            <a:lvl9pPr marL="4114800" lvl="8" indent="-228600" algn="l">
              <a:lnSpc>
                <a:spcPct val="100000"/>
              </a:lnSpc>
              <a:spcBef>
                <a:spcPts val="200"/>
              </a:spcBef>
              <a:spcAft>
                <a:spcPts val="0"/>
              </a:spcAft>
              <a:buClr>
                <a:schemeClr val="dk1"/>
              </a:buClr>
              <a:buSzPts val="1200"/>
              <a:buNone/>
              <a:defRPr sz="1200" b="1"/>
            </a:lvl9pPr>
          </a:lstStyle>
          <a:p>
            <a:endParaRPr/>
          </a:p>
        </p:txBody>
      </p:sp>
      <p:sp>
        <p:nvSpPr>
          <p:cNvPr id="88" name="Google Shape;88;p19"/>
          <p:cNvSpPr txBox="1">
            <a:spLocks noGrp="1"/>
          </p:cNvSpPr>
          <p:nvPr>
            <p:ph type="body" idx="2"/>
          </p:nvPr>
        </p:nvSpPr>
        <p:spPr>
          <a:xfrm>
            <a:off x="342900" y="1631156"/>
            <a:ext cx="3030141" cy="2963466"/>
          </a:xfrm>
          <a:prstGeom prst="rect">
            <a:avLst/>
          </a:prstGeom>
          <a:noFill/>
          <a:ln>
            <a:noFill/>
          </a:ln>
        </p:spPr>
        <p:txBody>
          <a:bodyPr spcFirstLastPara="1" wrap="square" lIns="68575" tIns="34275" rIns="68575" bIns="34275" anchor="t" anchorCtr="0">
            <a:normAutofit/>
          </a:bodyPr>
          <a:lstStyle>
            <a:lvl1pPr marL="457200" lvl="0" indent="-342900" algn="l">
              <a:lnSpc>
                <a:spcPct val="100000"/>
              </a:lnSpc>
              <a:spcBef>
                <a:spcPts val="400"/>
              </a:spcBef>
              <a:spcAft>
                <a:spcPts val="0"/>
              </a:spcAft>
              <a:buClr>
                <a:schemeClr val="dk1"/>
              </a:buClr>
              <a:buSzPts val="1800"/>
              <a:buChar char="•"/>
              <a:defRPr sz="1800"/>
            </a:lvl1pPr>
            <a:lvl2pPr marL="914400" lvl="1" indent="-323850" algn="l">
              <a:lnSpc>
                <a:spcPct val="100000"/>
              </a:lnSpc>
              <a:spcBef>
                <a:spcPts val="300"/>
              </a:spcBef>
              <a:spcAft>
                <a:spcPts val="0"/>
              </a:spcAft>
              <a:buClr>
                <a:schemeClr val="dk1"/>
              </a:buClr>
              <a:buSzPts val="1500"/>
              <a:buChar char="–"/>
              <a:defRPr sz="1500"/>
            </a:lvl2pPr>
            <a:lvl3pPr marL="1371600" lvl="2" indent="-317500" algn="l">
              <a:lnSpc>
                <a:spcPct val="100000"/>
              </a:lnSpc>
              <a:spcBef>
                <a:spcPts val="300"/>
              </a:spcBef>
              <a:spcAft>
                <a:spcPts val="0"/>
              </a:spcAft>
              <a:buClr>
                <a:schemeClr val="dk1"/>
              </a:buClr>
              <a:buSzPts val="1400"/>
              <a:buChar char="•"/>
              <a:defRPr sz="1400"/>
            </a:lvl3pPr>
            <a:lvl4pPr marL="1828800" lvl="3" indent="-304800" algn="l">
              <a:lnSpc>
                <a:spcPct val="100000"/>
              </a:lnSpc>
              <a:spcBef>
                <a:spcPts val="200"/>
              </a:spcBef>
              <a:spcAft>
                <a:spcPts val="0"/>
              </a:spcAft>
              <a:buClr>
                <a:schemeClr val="dk1"/>
              </a:buClr>
              <a:buSzPts val="1200"/>
              <a:buChar char="–"/>
              <a:defRPr sz="1200"/>
            </a:lvl4pPr>
            <a:lvl5pPr marL="2286000" lvl="4" indent="-304800" algn="l">
              <a:lnSpc>
                <a:spcPct val="100000"/>
              </a:lnSpc>
              <a:spcBef>
                <a:spcPts val="200"/>
              </a:spcBef>
              <a:spcAft>
                <a:spcPts val="0"/>
              </a:spcAft>
              <a:buClr>
                <a:schemeClr val="dk1"/>
              </a:buClr>
              <a:buSzPts val="1200"/>
              <a:buChar char="»"/>
              <a:defRPr sz="1200"/>
            </a:lvl5pPr>
            <a:lvl6pPr marL="2743200" lvl="5" indent="-304800" algn="l">
              <a:lnSpc>
                <a:spcPct val="100000"/>
              </a:lnSpc>
              <a:spcBef>
                <a:spcPts val="200"/>
              </a:spcBef>
              <a:spcAft>
                <a:spcPts val="0"/>
              </a:spcAft>
              <a:buClr>
                <a:schemeClr val="dk1"/>
              </a:buClr>
              <a:buSzPts val="1200"/>
              <a:buChar char="•"/>
              <a:defRPr sz="1200"/>
            </a:lvl6pPr>
            <a:lvl7pPr marL="3200400" lvl="6" indent="-304800" algn="l">
              <a:lnSpc>
                <a:spcPct val="100000"/>
              </a:lnSpc>
              <a:spcBef>
                <a:spcPts val="200"/>
              </a:spcBef>
              <a:spcAft>
                <a:spcPts val="0"/>
              </a:spcAft>
              <a:buClr>
                <a:schemeClr val="dk1"/>
              </a:buClr>
              <a:buSzPts val="1200"/>
              <a:buChar char="•"/>
              <a:defRPr sz="1200"/>
            </a:lvl7pPr>
            <a:lvl8pPr marL="3657600" lvl="7" indent="-304800" algn="l">
              <a:lnSpc>
                <a:spcPct val="100000"/>
              </a:lnSpc>
              <a:spcBef>
                <a:spcPts val="200"/>
              </a:spcBef>
              <a:spcAft>
                <a:spcPts val="0"/>
              </a:spcAft>
              <a:buClr>
                <a:schemeClr val="dk1"/>
              </a:buClr>
              <a:buSzPts val="1200"/>
              <a:buChar char="•"/>
              <a:defRPr sz="1200"/>
            </a:lvl8pPr>
            <a:lvl9pPr marL="4114800" lvl="8" indent="-304800" algn="l">
              <a:lnSpc>
                <a:spcPct val="100000"/>
              </a:lnSpc>
              <a:spcBef>
                <a:spcPts val="200"/>
              </a:spcBef>
              <a:spcAft>
                <a:spcPts val="0"/>
              </a:spcAft>
              <a:buClr>
                <a:schemeClr val="dk1"/>
              </a:buClr>
              <a:buSzPts val="1200"/>
              <a:buChar char="•"/>
              <a:defRPr sz="1200"/>
            </a:lvl9pPr>
          </a:lstStyle>
          <a:p>
            <a:endParaRPr/>
          </a:p>
        </p:txBody>
      </p:sp>
      <p:sp>
        <p:nvSpPr>
          <p:cNvPr id="89" name="Google Shape;89;p19"/>
          <p:cNvSpPr txBox="1">
            <a:spLocks noGrp="1"/>
          </p:cNvSpPr>
          <p:nvPr>
            <p:ph type="body" idx="3"/>
          </p:nvPr>
        </p:nvSpPr>
        <p:spPr>
          <a:xfrm>
            <a:off x="3483769" y="1151335"/>
            <a:ext cx="3031331" cy="479822"/>
          </a:xfrm>
          <a:prstGeom prst="rect">
            <a:avLst/>
          </a:prstGeom>
          <a:noFill/>
          <a:ln>
            <a:noFill/>
          </a:ln>
        </p:spPr>
        <p:txBody>
          <a:bodyPr spcFirstLastPara="1" wrap="square" lIns="68575" tIns="34275" rIns="68575" bIns="34275" anchor="b" anchorCtr="0">
            <a:normAutofit/>
          </a:bodyPr>
          <a:lstStyle>
            <a:lvl1pPr marL="457200" lvl="0" indent="-228600" algn="l">
              <a:lnSpc>
                <a:spcPct val="100000"/>
              </a:lnSpc>
              <a:spcBef>
                <a:spcPts val="400"/>
              </a:spcBef>
              <a:spcAft>
                <a:spcPts val="0"/>
              </a:spcAft>
              <a:buClr>
                <a:schemeClr val="dk1"/>
              </a:buClr>
              <a:buSzPts val="1800"/>
              <a:buNone/>
              <a:defRPr sz="1800" b="1"/>
            </a:lvl1pPr>
            <a:lvl2pPr marL="914400" lvl="1" indent="-228600" algn="l">
              <a:lnSpc>
                <a:spcPct val="100000"/>
              </a:lnSpc>
              <a:spcBef>
                <a:spcPts val="300"/>
              </a:spcBef>
              <a:spcAft>
                <a:spcPts val="0"/>
              </a:spcAft>
              <a:buClr>
                <a:schemeClr val="dk1"/>
              </a:buClr>
              <a:buSzPts val="1500"/>
              <a:buNone/>
              <a:defRPr sz="1500" b="1"/>
            </a:lvl2pPr>
            <a:lvl3pPr marL="1371600" lvl="2" indent="-228600" algn="l">
              <a:lnSpc>
                <a:spcPct val="100000"/>
              </a:lnSpc>
              <a:spcBef>
                <a:spcPts val="300"/>
              </a:spcBef>
              <a:spcAft>
                <a:spcPts val="0"/>
              </a:spcAft>
              <a:buClr>
                <a:schemeClr val="dk1"/>
              </a:buClr>
              <a:buSzPts val="1400"/>
              <a:buNone/>
              <a:defRPr sz="1400" b="1"/>
            </a:lvl3pPr>
            <a:lvl4pPr marL="1828800" lvl="3" indent="-228600" algn="l">
              <a:lnSpc>
                <a:spcPct val="100000"/>
              </a:lnSpc>
              <a:spcBef>
                <a:spcPts val="200"/>
              </a:spcBef>
              <a:spcAft>
                <a:spcPts val="0"/>
              </a:spcAft>
              <a:buClr>
                <a:schemeClr val="dk1"/>
              </a:buClr>
              <a:buSzPts val="1200"/>
              <a:buNone/>
              <a:defRPr sz="1200" b="1"/>
            </a:lvl4pPr>
            <a:lvl5pPr marL="2286000" lvl="4" indent="-228600" algn="l">
              <a:lnSpc>
                <a:spcPct val="100000"/>
              </a:lnSpc>
              <a:spcBef>
                <a:spcPts val="200"/>
              </a:spcBef>
              <a:spcAft>
                <a:spcPts val="0"/>
              </a:spcAft>
              <a:buClr>
                <a:schemeClr val="dk1"/>
              </a:buClr>
              <a:buSzPts val="1200"/>
              <a:buNone/>
              <a:defRPr sz="1200" b="1"/>
            </a:lvl5pPr>
            <a:lvl6pPr marL="2743200" lvl="5" indent="-228600" algn="l">
              <a:lnSpc>
                <a:spcPct val="100000"/>
              </a:lnSpc>
              <a:spcBef>
                <a:spcPts val="200"/>
              </a:spcBef>
              <a:spcAft>
                <a:spcPts val="0"/>
              </a:spcAft>
              <a:buClr>
                <a:schemeClr val="dk1"/>
              </a:buClr>
              <a:buSzPts val="1200"/>
              <a:buNone/>
              <a:defRPr sz="1200" b="1"/>
            </a:lvl6pPr>
            <a:lvl7pPr marL="3200400" lvl="6" indent="-228600" algn="l">
              <a:lnSpc>
                <a:spcPct val="100000"/>
              </a:lnSpc>
              <a:spcBef>
                <a:spcPts val="200"/>
              </a:spcBef>
              <a:spcAft>
                <a:spcPts val="0"/>
              </a:spcAft>
              <a:buClr>
                <a:schemeClr val="dk1"/>
              </a:buClr>
              <a:buSzPts val="1200"/>
              <a:buNone/>
              <a:defRPr sz="1200" b="1"/>
            </a:lvl7pPr>
            <a:lvl8pPr marL="3657600" lvl="7" indent="-228600" algn="l">
              <a:lnSpc>
                <a:spcPct val="100000"/>
              </a:lnSpc>
              <a:spcBef>
                <a:spcPts val="200"/>
              </a:spcBef>
              <a:spcAft>
                <a:spcPts val="0"/>
              </a:spcAft>
              <a:buClr>
                <a:schemeClr val="dk1"/>
              </a:buClr>
              <a:buSzPts val="1200"/>
              <a:buNone/>
              <a:defRPr sz="1200" b="1"/>
            </a:lvl8pPr>
            <a:lvl9pPr marL="4114800" lvl="8" indent="-228600" algn="l">
              <a:lnSpc>
                <a:spcPct val="100000"/>
              </a:lnSpc>
              <a:spcBef>
                <a:spcPts val="200"/>
              </a:spcBef>
              <a:spcAft>
                <a:spcPts val="0"/>
              </a:spcAft>
              <a:buClr>
                <a:schemeClr val="dk1"/>
              </a:buClr>
              <a:buSzPts val="1200"/>
              <a:buNone/>
              <a:defRPr sz="1200" b="1"/>
            </a:lvl9pPr>
          </a:lstStyle>
          <a:p>
            <a:endParaRPr/>
          </a:p>
        </p:txBody>
      </p:sp>
      <p:sp>
        <p:nvSpPr>
          <p:cNvPr id="90" name="Google Shape;90;p19"/>
          <p:cNvSpPr txBox="1">
            <a:spLocks noGrp="1"/>
          </p:cNvSpPr>
          <p:nvPr>
            <p:ph type="body" idx="4"/>
          </p:nvPr>
        </p:nvSpPr>
        <p:spPr>
          <a:xfrm>
            <a:off x="3483769" y="1631156"/>
            <a:ext cx="3031331" cy="2963466"/>
          </a:xfrm>
          <a:prstGeom prst="rect">
            <a:avLst/>
          </a:prstGeom>
          <a:noFill/>
          <a:ln>
            <a:noFill/>
          </a:ln>
        </p:spPr>
        <p:txBody>
          <a:bodyPr spcFirstLastPara="1" wrap="square" lIns="68575" tIns="34275" rIns="68575" bIns="34275" anchor="t" anchorCtr="0">
            <a:normAutofit/>
          </a:bodyPr>
          <a:lstStyle>
            <a:lvl1pPr marL="457200" lvl="0" indent="-342900" algn="l">
              <a:lnSpc>
                <a:spcPct val="100000"/>
              </a:lnSpc>
              <a:spcBef>
                <a:spcPts val="400"/>
              </a:spcBef>
              <a:spcAft>
                <a:spcPts val="0"/>
              </a:spcAft>
              <a:buClr>
                <a:schemeClr val="dk1"/>
              </a:buClr>
              <a:buSzPts val="1800"/>
              <a:buChar char="•"/>
              <a:defRPr sz="1800"/>
            </a:lvl1pPr>
            <a:lvl2pPr marL="914400" lvl="1" indent="-323850" algn="l">
              <a:lnSpc>
                <a:spcPct val="100000"/>
              </a:lnSpc>
              <a:spcBef>
                <a:spcPts val="300"/>
              </a:spcBef>
              <a:spcAft>
                <a:spcPts val="0"/>
              </a:spcAft>
              <a:buClr>
                <a:schemeClr val="dk1"/>
              </a:buClr>
              <a:buSzPts val="1500"/>
              <a:buChar char="–"/>
              <a:defRPr sz="1500"/>
            </a:lvl2pPr>
            <a:lvl3pPr marL="1371600" lvl="2" indent="-317500" algn="l">
              <a:lnSpc>
                <a:spcPct val="100000"/>
              </a:lnSpc>
              <a:spcBef>
                <a:spcPts val="300"/>
              </a:spcBef>
              <a:spcAft>
                <a:spcPts val="0"/>
              </a:spcAft>
              <a:buClr>
                <a:schemeClr val="dk1"/>
              </a:buClr>
              <a:buSzPts val="1400"/>
              <a:buChar char="•"/>
              <a:defRPr sz="1400"/>
            </a:lvl3pPr>
            <a:lvl4pPr marL="1828800" lvl="3" indent="-304800" algn="l">
              <a:lnSpc>
                <a:spcPct val="100000"/>
              </a:lnSpc>
              <a:spcBef>
                <a:spcPts val="200"/>
              </a:spcBef>
              <a:spcAft>
                <a:spcPts val="0"/>
              </a:spcAft>
              <a:buClr>
                <a:schemeClr val="dk1"/>
              </a:buClr>
              <a:buSzPts val="1200"/>
              <a:buChar char="–"/>
              <a:defRPr sz="1200"/>
            </a:lvl4pPr>
            <a:lvl5pPr marL="2286000" lvl="4" indent="-304800" algn="l">
              <a:lnSpc>
                <a:spcPct val="100000"/>
              </a:lnSpc>
              <a:spcBef>
                <a:spcPts val="200"/>
              </a:spcBef>
              <a:spcAft>
                <a:spcPts val="0"/>
              </a:spcAft>
              <a:buClr>
                <a:schemeClr val="dk1"/>
              </a:buClr>
              <a:buSzPts val="1200"/>
              <a:buChar char="»"/>
              <a:defRPr sz="1200"/>
            </a:lvl5pPr>
            <a:lvl6pPr marL="2743200" lvl="5" indent="-304800" algn="l">
              <a:lnSpc>
                <a:spcPct val="100000"/>
              </a:lnSpc>
              <a:spcBef>
                <a:spcPts val="200"/>
              </a:spcBef>
              <a:spcAft>
                <a:spcPts val="0"/>
              </a:spcAft>
              <a:buClr>
                <a:schemeClr val="dk1"/>
              </a:buClr>
              <a:buSzPts val="1200"/>
              <a:buChar char="•"/>
              <a:defRPr sz="1200"/>
            </a:lvl6pPr>
            <a:lvl7pPr marL="3200400" lvl="6" indent="-304800" algn="l">
              <a:lnSpc>
                <a:spcPct val="100000"/>
              </a:lnSpc>
              <a:spcBef>
                <a:spcPts val="200"/>
              </a:spcBef>
              <a:spcAft>
                <a:spcPts val="0"/>
              </a:spcAft>
              <a:buClr>
                <a:schemeClr val="dk1"/>
              </a:buClr>
              <a:buSzPts val="1200"/>
              <a:buChar char="•"/>
              <a:defRPr sz="1200"/>
            </a:lvl7pPr>
            <a:lvl8pPr marL="3657600" lvl="7" indent="-304800" algn="l">
              <a:lnSpc>
                <a:spcPct val="100000"/>
              </a:lnSpc>
              <a:spcBef>
                <a:spcPts val="200"/>
              </a:spcBef>
              <a:spcAft>
                <a:spcPts val="0"/>
              </a:spcAft>
              <a:buClr>
                <a:schemeClr val="dk1"/>
              </a:buClr>
              <a:buSzPts val="1200"/>
              <a:buChar char="•"/>
              <a:defRPr sz="1200"/>
            </a:lvl8pPr>
            <a:lvl9pPr marL="4114800" lvl="8" indent="-304800" algn="l">
              <a:lnSpc>
                <a:spcPct val="100000"/>
              </a:lnSpc>
              <a:spcBef>
                <a:spcPts val="200"/>
              </a:spcBef>
              <a:spcAft>
                <a:spcPts val="0"/>
              </a:spcAft>
              <a:buClr>
                <a:schemeClr val="dk1"/>
              </a:buClr>
              <a:buSzPts val="1200"/>
              <a:buChar char="•"/>
              <a:defRPr sz="1200"/>
            </a:lvl9pPr>
          </a:lstStyle>
          <a:p>
            <a:endParaRPr/>
          </a:p>
        </p:txBody>
      </p:sp>
      <p:sp>
        <p:nvSpPr>
          <p:cNvPr id="91" name="Google Shape;91;p19"/>
          <p:cNvSpPr txBox="1">
            <a:spLocks noGrp="1"/>
          </p:cNvSpPr>
          <p:nvPr>
            <p:ph type="dt" idx="10"/>
          </p:nvPr>
        </p:nvSpPr>
        <p:spPr>
          <a:xfrm>
            <a:off x="342900" y="4767263"/>
            <a:ext cx="1600200" cy="273844"/>
          </a:xfrm>
          <a:prstGeom prst="rect">
            <a:avLst/>
          </a:prstGeom>
          <a:noFill/>
          <a:ln>
            <a:noFill/>
          </a:ln>
        </p:spPr>
        <p:txBody>
          <a:bodyPr spcFirstLastPara="1" wrap="square" lIns="68575" tIns="34275" rIns="68575" bIns="34275" anchor="ctr" anchorCtr="0">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92" name="Google Shape;92;p19"/>
          <p:cNvSpPr txBox="1">
            <a:spLocks noGrp="1"/>
          </p:cNvSpPr>
          <p:nvPr>
            <p:ph type="ftr" idx="11"/>
          </p:nvPr>
        </p:nvSpPr>
        <p:spPr>
          <a:xfrm>
            <a:off x="2343150" y="4767263"/>
            <a:ext cx="2171700" cy="273844"/>
          </a:xfrm>
          <a:prstGeom prst="rect">
            <a:avLst/>
          </a:prstGeom>
          <a:noFill/>
          <a:ln>
            <a:noFill/>
          </a:ln>
        </p:spPr>
        <p:txBody>
          <a:bodyPr spcFirstLastPara="1" wrap="square" lIns="68575" tIns="34275" rIns="68575" bIns="34275" anchor="ctr" anchorCtr="0">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93" name="Google Shape;93;p19"/>
          <p:cNvSpPr txBox="1">
            <a:spLocks noGrp="1"/>
          </p:cNvSpPr>
          <p:nvPr>
            <p:ph type="sldNum" idx="12"/>
          </p:nvPr>
        </p:nvSpPr>
        <p:spPr>
          <a:xfrm>
            <a:off x="4914900" y="4767263"/>
            <a:ext cx="1600200" cy="273844"/>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900"/>
              <a:buFont typeface="Arial" panose="020B0604020202020204"/>
              <a:buNone/>
              <a:defRPr sz="9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900"/>
              <a:buFont typeface="Arial" panose="020B0604020202020204"/>
              <a:buNone/>
              <a:defRPr sz="9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900"/>
              <a:buFont typeface="Arial" panose="020B0604020202020204"/>
              <a:buNone/>
              <a:defRPr sz="9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900"/>
              <a:buFont typeface="Arial" panose="020B0604020202020204"/>
              <a:buNone/>
              <a:defRPr sz="9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900"/>
              <a:buFont typeface="Arial" panose="020B0604020202020204"/>
              <a:buNone/>
              <a:defRPr sz="9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900"/>
              <a:buFont typeface="Arial" panose="020B0604020202020204"/>
              <a:buNone/>
              <a:defRPr sz="9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900"/>
              <a:buFont typeface="Arial" panose="020B0604020202020204"/>
              <a:buNone/>
              <a:defRPr sz="9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900"/>
              <a:buFont typeface="Arial" panose="020B0604020202020204"/>
              <a:buNone/>
              <a:defRPr sz="9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900"/>
              <a:buFont typeface="Arial" panose="020B0604020202020204"/>
              <a:buNone/>
              <a:defRPr sz="9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GB"/>
              <a:t>‹#›</a:t>
            </a:fld>
            <a:endParaRPr lang="en-GB"/>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94"/>
        <p:cNvGrpSpPr/>
        <p:nvPr/>
      </p:nvGrpSpPr>
      <p:grpSpPr>
        <a:xfrm>
          <a:off x="0" y="0"/>
          <a:ext cx="0" cy="0"/>
          <a:chOff x="0" y="0"/>
          <a:chExt cx="0" cy="0"/>
        </a:xfrm>
      </p:grpSpPr>
      <p:sp>
        <p:nvSpPr>
          <p:cNvPr id="95" name="Google Shape;95;p20"/>
          <p:cNvSpPr txBox="1">
            <a:spLocks noGrp="1"/>
          </p:cNvSpPr>
          <p:nvPr>
            <p:ph type="title"/>
          </p:nvPr>
        </p:nvSpPr>
        <p:spPr>
          <a:xfrm>
            <a:off x="342900" y="205978"/>
            <a:ext cx="6172200" cy="857250"/>
          </a:xfrm>
          <a:prstGeom prst="rect">
            <a:avLst/>
          </a:prstGeom>
          <a:noFill/>
          <a:ln>
            <a:noFill/>
          </a:ln>
        </p:spPr>
        <p:txBody>
          <a:bodyPr spcFirstLastPara="1" wrap="square" lIns="68575" tIns="34275" rIns="68575" bIns="34275" anchor="ctr" anchorCtr="0">
            <a:normAutofit/>
          </a:bodyPr>
          <a:lstStyle>
            <a:lvl1pPr lvl="0" algn="ctr">
              <a:lnSpc>
                <a:spcPct val="10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96" name="Google Shape;96;p20"/>
          <p:cNvSpPr txBox="1">
            <a:spLocks noGrp="1"/>
          </p:cNvSpPr>
          <p:nvPr>
            <p:ph type="dt" idx="10"/>
          </p:nvPr>
        </p:nvSpPr>
        <p:spPr>
          <a:xfrm>
            <a:off x="342900" y="4767263"/>
            <a:ext cx="1600200" cy="273844"/>
          </a:xfrm>
          <a:prstGeom prst="rect">
            <a:avLst/>
          </a:prstGeom>
          <a:noFill/>
          <a:ln>
            <a:noFill/>
          </a:ln>
        </p:spPr>
        <p:txBody>
          <a:bodyPr spcFirstLastPara="1" wrap="square" lIns="68575" tIns="34275" rIns="68575" bIns="34275" anchor="ctr" anchorCtr="0">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97" name="Google Shape;97;p20"/>
          <p:cNvSpPr txBox="1">
            <a:spLocks noGrp="1"/>
          </p:cNvSpPr>
          <p:nvPr>
            <p:ph type="ftr" idx="11"/>
          </p:nvPr>
        </p:nvSpPr>
        <p:spPr>
          <a:xfrm>
            <a:off x="2343150" y="4767263"/>
            <a:ext cx="2171700" cy="273844"/>
          </a:xfrm>
          <a:prstGeom prst="rect">
            <a:avLst/>
          </a:prstGeom>
          <a:noFill/>
          <a:ln>
            <a:noFill/>
          </a:ln>
        </p:spPr>
        <p:txBody>
          <a:bodyPr spcFirstLastPara="1" wrap="square" lIns="68575" tIns="34275" rIns="68575" bIns="34275" anchor="ctr" anchorCtr="0">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98" name="Google Shape;98;p20"/>
          <p:cNvSpPr txBox="1">
            <a:spLocks noGrp="1"/>
          </p:cNvSpPr>
          <p:nvPr>
            <p:ph type="sldNum" idx="12"/>
          </p:nvPr>
        </p:nvSpPr>
        <p:spPr>
          <a:xfrm>
            <a:off x="4914900" y="4767263"/>
            <a:ext cx="1600200" cy="273844"/>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900"/>
              <a:buFont typeface="Arial" panose="020B0604020202020204"/>
              <a:buNone/>
              <a:defRPr sz="9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900"/>
              <a:buFont typeface="Arial" panose="020B0604020202020204"/>
              <a:buNone/>
              <a:defRPr sz="9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900"/>
              <a:buFont typeface="Arial" panose="020B0604020202020204"/>
              <a:buNone/>
              <a:defRPr sz="9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900"/>
              <a:buFont typeface="Arial" panose="020B0604020202020204"/>
              <a:buNone/>
              <a:defRPr sz="9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900"/>
              <a:buFont typeface="Arial" panose="020B0604020202020204"/>
              <a:buNone/>
              <a:defRPr sz="9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900"/>
              <a:buFont typeface="Arial" panose="020B0604020202020204"/>
              <a:buNone/>
              <a:defRPr sz="9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900"/>
              <a:buFont typeface="Arial" panose="020B0604020202020204"/>
              <a:buNone/>
              <a:defRPr sz="9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900"/>
              <a:buFont typeface="Arial" panose="020B0604020202020204"/>
              <a:buNone/>
              <a:defRPr sz="9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900"/>
              <a:buFont typeface="Arial" panose="020B0604020202020204"/>
              <a:buNone/>
              <a:defRPr sz="9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GB"/>
              <a:t>‹#›</a:t>
            </a:fld>
            <a:endParaRPr lang="en-GB"/>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99"/>
        <p:cNvGrpSpPr/>
        <p:nvPr/>
      </p:nvGrpSpPr>
      <p:grpSpPr>
        <a:xfrm>
          <a:off x="0" y="0"/>
          <a:ext cx="0" cy="0"/>
          <a:chOff x="0" y="0"/>
          <a:chExt cx="0" cy="0"/>
        </a:xfrm>
      </p:grpSpPr>
      <p:sp>
        <p:nvSpPr>
          <p:cNvPr id="100" name="Google Shape;100;p21"/>
          <p:cNvSpPr txBox="1">
            <a:spLocks noGrp="1"/>
          </p:cNvSpPr>
          <p:nvPr>
            <p:ph type="title"/>
          </p:nvPr>
        </p:nvSpPr>
        <p:spPr>
          <a:xfrm>
            <a:off x="342900" y="204788"/>
            <a:ext cx="2256235" cy="871538"/>
          </a:xfrm>
          <a:prstGeom prst="rect">
            <a:avLst/>
          </a:prstGeom>
          <a:noFill/>
          <a:ln>
            <a:noFill/>
          </a:ln>
        </p:spPr>
        <p:txBody>
          <a:bodyPr spcFirstLastPara="1" wrap="square" lIns="68575" tIns="34275" rIns="68575" bIns="34275" anchor="b" anchorCtr="0">
            <a:normAutofit/>
          </a:bodyPr>
          <a:lstStyle>
            <a:lvl1pPr lvl="0" algn="l">
              <a:lnSpc>
                <a:spcPct val="100000"/>
              </a:lnSpc>
              <a:spcBef>
                <a:spcPts val="0"/>
              </a:spcBef>
              <a:spcAft>
                <a:spcPts val="0"/>
              </a:spcAft>
              <a:buClr>
                <a:schemeClr val="dk1"/>
              </a:buClr>
              <a:buSzPts val="1500"/>
              <a:buFont typeface="Calibri" panose="020F0502020204030204"/>
              <a:buNone/>
              <a:defRPr sz="1500" b="1"/>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01" name="Google Shape;101;p21"/>
          <p:cNvSpPr txBox="1">
            <a:spLocks noGrp="1"/>
          </p:cNvSpPr>
          <p:nvPr>
            <p:ph type="body" idx="1"/>
          </p:nvPr>
        </p:nvSpPr>
        <p:spPr>
          <a:xfrm>
            <a:off x="2681287" y="204788"/>
            <a:ext cx="3833813" cy="4389835"/>
          </a:xfrm>
          <a:prstGeom prst="rect">
            <a:avLst/>
          </a:prstGeom>
          <a:noFill/>
          <a:ln>
            <a:noFill/>
          </a:ln>
        </p:spPr>
        <p:txBody>
          <a:bodyPr spcFirstLastPara="1" wrap="square" lIns="68575" tIns="34275" rIns="68575" bIns="34275" anchor="t" anchorCtr="0">
            <a:normAutofit/>
          </a:bodyPr>
          <a:lstStyle>
            <a:lvl1pPr marL="457200" lvl="0" indent="-381000" algn="l">
              <a:lnSpc>
                <a:spcPct val="100000"/>
              </a:lnSpc>
              <a:spcBef>
                <a:spcPts val="500"/>
              </a:spcBef>
              <a:spcAft>
                <a:spcPts val="0"/>
              </a:spcAft>
              <a:buClr>
                <a:schemeClr val="dk1"/>
              </a:buClr>
              <a:buSzPts val="2400"/>
              <a:buChar char="•"/>
              <a:defRPr sz="2400"/>
            </a:lvl1pPr>
            <a:lvl2pPr marL="914400" lvl="1" indent="-361950" algn="l">
              <a:lnSpc>
                <a:spcPct val="100000"/>
              </a:lnSpc>
              <a:spcBef>
                <a:spcPts val="400"/>
              </a:spcBef>
              <a:spcAft>
                <a:spcPts val="0"/>
              </a:spcAft>
              <a:buClr>
                <a:schemeClr val="dk1"/>
              </a:buClr>
              <a:buSzPts val="2100"/>
              <a:buChar char="–"/>
              <a:defRPr sz="2100"/>
            </a:lvl2pPr>
            <a:lvl3pPr marL="1371600" lvl="2" indent="-342900" algn="l">
              <a:lnSpc>
                <a:spcPct val="100000"/>
              </a:lnSpc>
              <a:spcBef>
                <a:spcPts val="400"/>
              </a:spcBef>
              <a:spcAft>
                <a:spcPts val="0"/>
              </a:spcAft>
              <a:buClr>
                <a:schemeClr val="dk1"/>
              </a:buClr>
              <a:buSzPts val="1800"/>
              <a:buChar char="•"/>
              <a:defRPr sz="1800"/>
            </a:lvl3pPr>
            <a:lvl4pPr marL="1828800" lvl="3" indent="-323850" algn="l">
              <a:lnSpc>
                <a:spcPct val="100000"/>
              </a:lnSpc>
              <a:spcBef>
                <a:spcPts val="300"/>
              </a:spcBef>
              <a:spcAft>
                <a:spcPts val="0"/>
              </a:spcAft>
              <a:buClr>
                <a:schemeClr val="dk1"/>
              </a:buClr>
              <a:buSzPts val="1500"/>
              <a:buChar char="–"/>
              <a:defRPr sz="1500"/>
            </a:lvl4pPr>
            <a:lvl5pPr marL="2286000" lvl="4" indent="-323850" algn="l">
              <a:lnSpc>
                <a:spcPct val="100000"/>
              </a:lnSpc>
              <a:spcBef>
                <a:spcPts val="300"/>
              </a:spcBef>
              <a:spcAft>
                <a:spcPts val="0"/>
              </a:spcAft>
              <a:buClr>
                <a:schemeClr val="dk1"/>
              </a:buClr>
              <a:buSzPts val="1500"/>
              <a:buChar char="»"/>
              <a:defRPr sz="1500"/>
            </a:lvl5pPr>
            <a:lvl6pPr marL="2743200" lvl="5" indent="-323850" algn="l">
              <a:lnSpc>
                <a:spcPct val="100000"/>
              </a:lnSpc>
              <a:spcBef>
                <a:spcPts val="300"/>
              </a:spcBef>
              <a:spcAft>
                <a:spcPts val="0"/>
              </a:spcAft>
              <a:buClr>
                <a:schemeClr val="dk1"/>
              </a:buClr>
              <a:buSzPts val="1500"/>
              <a:buChar char="•"/>
              <a:defRPr sz="1500"/>
            </a:lvl6pPr>
            <a:lvl7pPr marL="3200400" lvl="6" indent="-323850" algn="l">
              <a:lnSpc>
                <a:spcPct val="100000"/>
              </a:lnSpc>
              <a:spcBef>
                <a:spcPts val="300"/>
              </a:spcBef>
              <a:spcAft>
                <a:spcPts val="0"/>
              </a:spcAft>
              <a:buClr>
                <a:schemeClr val="dk1"/>
              </a:buClr>
              <a:buSzPts val="1500"/>
              <a:buChar char="•"/>
              <a:defRPr sz="1500"/>
            </a:lvl7pPr>
            <a:lvl8pPr marL="3657600" lvl="7" indent="-323850" algn="l">
              <a:lnSpc>
                <a:spcPct val="100000"/>
              </a:lnSpc>
              <a:spcBef>
                <a:spcPts val="300"/>
              </a:spcBef>
              <a:spcAft>
                <a:spcPts val="0"/>
              </a:spcAft>
              <a:buClr>
                <a:schemeClr val="dk1"/>
              </a:buClr>
              <a:buSzPts val="1500"/>
              <a:buChar char="•"/>
              <a:defRPr sz="1500"/>
            </a:lvl8pPr>
            <a:lvl9pPr marL="4114800" lvl="8" indent="-323850" algn="l">
              <a:lnSpc>
                <a:spcPct val="100000"/>
              </a:lnSpc>
              <a:spcBef>
                <a:spcPts val="300"/>
              </a:spcBef>
              <a:spcAft>
                <a:spcPts val="0"/>
              </a:spcAft>
              <a:buClr>
                <a:schemeClr val="dk1"/>
              </a:buClr>
              <a:buSzPts val="1500"/>
              <a:buChar char="•"/>
              <a:defRPr sz="1500"/>
            </a:lvl9pPr>
          </a:lstStyle>
          <a:p>
            <a:endParaRPr/>
          </a:p>
        </p:txBody>
      </p:sp>
      <p:sp>
        <p:nvSpPr>
          <p:cNvPr id="102" name="Google Shape;102;p21"/>
          <p:cNvSpPr txBox="1">
            <a:spLocks noGrp="1"/>
          </p:cNvSpPr>
          <p:nvPr>
            <p:ph type="body" idx="2"/>
          </p:nvPr>
        </p:nvSpPr>
        <p:spPr>
          <a:xfrm>
            <a:off x="342900" y="1076325"/>
            <a:ext cx="2256235" cy="3518297"/>
          </a:xfrm>
          <a:prstGeom prst="rect">
            <a:avLst/>
          </a:prstGeom>
          <a:noFill/>
          <a:ln>
            <a:noFill/>
          </a:ln>
        </p:spPr>
        <p:txBody>
          <a:bodyPr spcFirstLastPara="1" wrap="square" lIns="68575" tIns="34275" rIns="68575" bIns="34275" anchor="t" anchorCtr="0">
            <a:normAutofit/>
          </a:bodyPr>
          <a:lstStyle>
            <a:lvl1pPr marL="457200" lvl="0" indent="-228600" algn="l">
              <a:lnSpc>
                <a:spcPct val="100000"/>
              </a:lnSpc>
              <a:spcBef>
                <a:spcPts val="200"/>
              </a:spcBef>
              <a:spcAft>
                <a:spcPts val="0"/>
              </a:spcAft>
              <a:buClr>
                <a:schemeClr val="dk1"/>
              </a:buClr>
              <a:buSzPts val="1100"/>
              <a:buNone/>
              <a:defRPr sz="1100"/>
            </a:lvl1pPr>
            <a:lvl2pPr marL="914400" lvl="1" indent="-228600" algn="l">
              <a:lnSpc>
                <a:spcPct val="100000"/>
              </a:lnSpc>
              <a:spcBef>
                <a:spcPts val="200"/>
              </a:spcBef>
              <a:spcAft>
                <a:spcPts val="0"/>
              </a:spcAft>
              <a:buClr>
                <a:schemeClr val="dk1"/>
              </a:buClr>
              <a:buSzPts val="900"/>
              <a:buNone/>
              <a:defRPr sz="900"/>
            </a:lvl2pPr>
            <a:lvl3pPr marL="1371600" lvl="2" indent="-228600" algn="l">
              <a:lnSpc>
                <a:spcPct val="100000"/>
              </a:lnSpc>
              <a:spcBef>
                <a:spcPts val="200"/>
              </a:spcBef>
              <a:spcAft>
                <a:spcPts val="0"/>
              </a:spcAft>
              <a:buClr>
                <a:schemeClr val="dk1"/>
              </a:buClr>
              <a:buSzPts val="800"/>
              <a:buNone/>
              <a:defRPr sz="800"/>
            </a:lvl3pPr>
            <a:lvl4pPr marL="1828800" lvl="3" indent="-228600" algn="l">
              <a:lnSpc>
                <a:spcPct val="100000"/>
              </a:lnSpc>
              <a:spcBef>
                <a:spcPts val="100"/>
              </a:spcBef>
              <a:spcAft>
                <a:spcPts val="0"/>
              </a:spcAft>
              <a:buClr>
                <a:schemeClr val="dk1"/>
              </a:buClr>
              <a:buSzPts val="700"/>
              <a:buNone/>
              <a:defRPr sz="700"/>
            </a:lvl4pPr>
            <a:lvl5pPr marL="2286000" lvl="4" indent="-228600" algn="l">
              <a:lnSpc>
                <a:spcPct val="100000"/>
              </a:lnSpc>
              <a:spcBef>
                <a:spcPts val="100"/>
              </a:spcBef>
              <a:spcAft>
                <a:spcPts val="0"/>
              </a:spcAft>
              <a:buClr>
                <a:schemeClr val="dk1"/>
              </a:buClr>
              <a:buSzPts val="700"/>
              <a:buNone/>
              <a:defRPr sz="700"/>
            </a:lvl5pPr>
            <a:lvl6pPr marL="2743200" lvl="5" indent="-228600" algn="l">
              <a:lnSpc>
                <a:spcPct val="100000"/>
              </a:lnSpc>
              <a:spcBef>
                <a:spcPts val="100"/>
              </a:spcBef>
              <a:spcAft>
                <a:spcPts val="0"/>
              </a:spcAft>
              <a:buClr>
                <a:schemeClr val="dk1"/>
              </a:buClr>
              <a:buSzPts val="700"/>
              <a:buNone/>
              <a:defRPr sz="700"/>
            </a:lvl6pPr>
            <a:lvl7pPr marL="3200400" lvl="6" indent="-228600" algn="l">
              <a:lnSpc>
                <a:spcPct val="100000"/>
              </a:lnSpc>
              <a:spcBef>
                <a:spcPts val="100"/>
              </a:spcBef>
              <a:spcAft>
                <a:spcPts val="0"/>
              </a:spcAft>
              <a:buClr>
                <a:schemeClr val="dk1"/>
              </a:buClr>
              <a:buSzPts val="700"/>
              <a:buNone/>
              <a:defRPr sz="700"/>
            </a:lvl7pPr>
            <a:lvl8pPr marL="3657600" lvl="7" indent="-228600" algn="l">
              <a:lnSpc>
                <a:spcPct val="100000"/>
              </a:lnSpc>
              <a:spcBef>
                <a:spcPts val="100"/>
              </a:spcBef>
              <a:spcAft>
                <a:spcPts val="0"/>
              </a:spcAft>
              <a:buClr>
                <a:schemeClr val="dk1"/>
              </a:buClr>
              <a:buSzPts val="700"/>
              <a:buNone/>
              <a:defRPr sz="700"/>
            </a:lvl8pPr>
            <a:lvl9pPr marL="4114800" lvl="8" indent="-228600" algn="l">
              <a:lnSpc>
                <a:spcPct val="100000"/>
              </a:lnSpc>
              <a:spcBef>
                <a:spcPts val="100"/>
              </a:spcBef>
              <a:spcAft>
                <a:spcPts val="0"/>
              </a:spcAft>
              <a:buClr>
                <a:schemeClr val="dk1"/>
              </a:buClr>
              <a:buSzPts val="700"/>
              <a:buNone/>
              <a:defRPr sz="700"/>
            </a:lvl9pPr>
          </a:lstStyle>
          <a:p>
            <a:endParaRPr/>
          </a:p>
        </p:txBody>
      </p:sp>
      <p:sp>
        <p:nvSpPr>
          <p:cNvPr id="103" name="Google Shape;103;p21"/>
          <p:cNvSpPr txBox="1">
            <a:spLocks noGrp="1"/>
          </p:cNvSpPr>
          <p:nvPr>
            <p:ph type="dt" idx="10"/>
          </p:nvPr>
        </p:nvSpPr>
        <p:spPr>
          <a:xfrm>
            <a:off x="342900" y="4767263"/>
            <a:ext cx="1600200" cy="273844"/>
          </a:xfrm>
          <a:prstGeom prst="rect">
            <a:avLst/>
          </a:prstGeom>
          <a:noFill/>
          <a:ln>
            <a:noFill/>
          </a:ln>
        </p:spPr>
        <p:txBody>
          <a:bodyPr spcFirstLastPara="1" wrap="square" lIns="68575" tIns="34275" rIns="68575" bIns="34275" anchor="ctr" anchorCtr="0">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04" name="Google Shape;104;p21"/>
          <p:cNvSpPr txBox="1">
            <a:spLocks noGrp="1"/>
          </p:cNvSpPr>
          <p:nvPr>
            <p:ph type="ftr" idx="11"/>
          </p:nvPr>
        </p:nvSpPr>
        <p:spPr>
          <a:xfrm>
            <a:off x="2343150" y="4767263"/>
            <a:ext cx="2171700" cy="273844"/>
          </a:xfrm>
          <a:prstGeom prst="rect">
            <a:avLst/>
          </a:prstGeom>
          <a:noFill/>
          <a:ln>
            <a:noFill/>
          </a:ln>
        </p:spPr>
        <p:txBody>
          <a:bodyPr spcFirstLastPara="1" wrap="square" lIns="68575" tIns="34275" rIns="68575" bIns="34275" anchor="ctr" anchorCtr="0">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05" name="Google Shape;105;p21"/>
          <p:cNvSpPr txBox="1">
            <a:spLocks noGrp="1"/>
          </p:cNvSpPr>
          <p:nvPr>
            <p:ph type="sldNum" idx="12"/>
          </p:nvPr>
        </p:nvSpPr>
        <p:spPr>
          <a:xfrm>
            <a:off x="4914900" y="4767263"/>
            <a:ext cx="1600200" cy="273844"/>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900"/>
              <a:buFont typeface="Arial" panose="020B0604020202020204"/>
              <a:buNone/>
              <a:defRPr sz="9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900"/>
              <a:buFont typeface="Arial" panose="020B0604020202020204"/>
              <a:buNone/>
              <a:defRPr sz="9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900"/>
              <a:buFont typeface="Arial" panose="020B0604020202020204"/>
              <a:buNone/>
              <a:defRPr sz="9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900"/>
              <a:buFont typeface="Arial" panose="020B0604020202020204"/>
              <a:buNone/>
              <a:defRPr sz="9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900"/>
              <a:buFont typeface="Arial" panose="020B0604020202020204"/>
              <a:buNone/>
              <a:defRPr sz="9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900"/>
              <a:buFont typeface="Arial" panose="020B0604020202020204"/>
              <a:buNone/>
              <a:defRPr sz="9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900"/>
              <a:buFont typeface="Arial" panose="020B0604020202020204"/>
              <a:buNone/>
              <a:defRPr sz="9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900"/>
              <a:buFont typeface="Arial" panose="020B0604020202020204"/>
              <a:buNone/>
              <a:defRPr sz="9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900"/>
              <a:buFont typeface="Arial" panose="020B0604020202020204"/>
              <a:buNone/>
              <a:defRPr sz="9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GB"/>
              <a:t>‹#›</a:t>
            </a:fld>
            <a:endParaRPr lang="en-GB"/>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106"/>
        <p:cNvGrpSpPr/>
        <p:nvPr/>
      </p:nvGrpSpPr>
      <p:grpSpPr>
        <a:xfrm>
          <a:off x="0" y="0"/>
          <a:ext cx="0" cy="0"/>
          <a:chOff x="0" y="0"/>
          <a:chExt cx="0" cy="0"/>
        </a:xfrm>
      </p:grpSpPr>
      <p:sp>
        <p:nvSpPr>
          <p:cNvPr id="107" name="Google Shape;107;p22"/>
          <p:cNvSpPr txBox="1">
            <a:spLocks noGrp="1"/>
          </p:cNvSpPr>
          <p:nvPr>
            <p:ph type="title"/>
          </p:nvPr>
        </p:nvSpPr>
        <p:spPr>
          <a:xfrm>
            <a:off x="1344216" y="3600450"/>
            <a:ext cx="4114800" cy="425054"/>
          </a:xfrm>
          <a:prstGeom prst="rect">
            <a:avLst/>
          </a:prstGeom>
          <a:noFill/>
          <a:ln>
            <a:noFill/>
          </a:ln>
        </p:spPr>
        <p:txBody>
          <a:bodyPr spcFirstLastPara="1" wrap="square" lIns="68575" tIns="34275" rIns="68575" bIns="34275" anchor="b" anchorCtr="0">
            <a:normAutofit/>
          </a:bodyPr>
          <a:lstStyle>
            <a:lvl1pPr lvl="0" algn="l">
              <a:lnSpc>
                <a:spcPct val="100000"/>
              </a:lnSpc>
              <a:spcBef>
                <a:spcPts val="0"/>
              </a:spcBef>
              <a:spcAft>
                <a:spcPts val="0"/>
              </a:spcAft>
              <a:buClr>
                <a:schemeClr val="dk1"/>
              </a:buClr>
              <a:buSzPts val="1500"/>
              <a:buFont typeface="Calibri" panose="020F0502020204030204"/>
              <a:buNone/>
              <a:defRPr sz="1500" b="1"/>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08" name="Google Shape;108;p22"/>
          <p:cNvSpPr>
            <a:spLocks noGrp="1"/>
          </p:cNvSpPr>
          <p:nvPr>
            <p:ph type="pic" idx="2"/>
          </p:nvPr>
        </p:nvSpPr>
        <p:spPr>
          <a:xfrm>
            <a:off x="1344216" y="459581"/>
            <a:ext cx="4114800" cy="3086100"/>
          </a:xfrm>
          <a:prstGeom prst="rect">
            <a:avLst/>
          </a:prstGeom>
          <a:noFill/>
          <a:ln>
            <a:noFill/>
          </a:ln>
        </p:spPr>
      </p:sp>
      <p:sp>
        <p:nvSpPr>
          <p:cNvPr id="109" name="Google Shape;109;p22"/>
          <p:cNvSpPr txBox="1">
            <a:spLocks noGrp="1"/>
          </p:cNvSpPr>
          <p:nvPr>
            <p:ph type="body" idx="1"/>
          </p:nvPr>
        </p:nvSpPr>
        <p:spPr>
          <a:xfrm>
            <a:off x="1344216" y="4025503"/>
            <a:ext cx="4114800" cy="603647"/>
          </a:xfrm>
          <a:prstGeom prst="rect">
            <a:avLst/>
          </a:prstGeom>
          <a:noFill/>
          <a:ln>
            <a:noFill/>
          </a:ln>
        </p:spPr>
        <p:txBody>
          <a:bodyPr spcFirstLastPara="1" wrap="square" lIns="68575" tIns="34275" rIns="68575" bIns="34275" anchor="t" anchorCtr="0">
            <a:normAutofit/>
          </a:bodyPr>
          <a:lstStyle>
            <a:lvl1pPr marL="457200" lvl="0" indent="-228600" algn="l">
              <a:lnSpc>
                <a:spcPct val="100000"/>
              </a:lnSpc>
              <a:spcBef>
                <a:spcPts val="200"/>
              </a:spcBef>
              <a:spcAft>
                <a:spcPts val="0"/>
              </a:spcAft>
              <a:buClr>
                <a:schemeClr val="dk1"/>
              </a:buClr>
              <a:buSzPts val="1100"/>
              <a:buNone/>
              <a:defRPr sz="1100"/>
            </a:lvl1pPr>
            <a:lvl2pPr marL="914400" lvl="1" indent="-228600" algn="l">
              <a:lnSpc>
                <a:spcPct val="100000"/>
              </a:lnSpc>
              <a:spcBef>
                <a:spcPts val="200"/>
              </a:spcBef>
              <a:spcAft>
                <a:spcPts val="0"/>
              </a:spcAft>
              <a:buClr>
                <a:schemeClr val="dk1"/>
              </a:buClr>
              <a:buSzPts val="900"/>
              <a:buNone/>
              <a:defRPr sz="900"/>
            </a:lvl2pPr>
            <a:lvl3pPr marL="1371600" lvl="2" indent="-228600" algn="l">
              <a:lnSpc>
                <a:spcPct val="100000"/>
              </a:lnSpc>
              <a:spcBef>
                <a:spcPts val="200"/>
              </a:spcBef>
              <a:spcAft>
                <a:spcPts val="0"/>
              </a:spcAft>
              <a:buClr>
                <a:schemeClr val="dk1"/>
              </a:buClr>
              <a:buSzPts val="800"/>
              <a:buNone/>
              <a:defRPr sz="800"/>
            </a:lvl3pPr>
            <a:lvl4pPr marL="1828800" lvl="3" indent="-228600" algn="l">
              <a:lnSpc>
                <a:spcPct val="100000"/>
              </a:lnSpc>
              <a:spcBef>
                <a:spcPts val="100"/>
              </a:spcBef>
              <a:spcAft>
                <a:spcPts val="0"/>
              </a:spcAft>
              <a:buClr>
                <a:schemeClr val="dk1"/>
              </a:buClr>
              <a:buSzPts val="700"/>
              <a:buNone/>
              <a:defRPr sz="700"/>
            </a:lvl4pPr>
            <a:lvl5pPr marL="2286000" lvl="4" indent="-228600" algn="l">
              <a:lnSpc>
                <a:spcPct val="100000"/>
              </a:lnSpc>
              <a:spcBef>
                <a:spcPts val="100"/>
              </a:spcBef>
              <a:spcAft>
                <a:spcPts val="0"/>
              </a:spcAft>
              <a:buClr>
                <a:schemeClr val="dk1"/>
              </a:buClr>
              <a:buSzPts val="700"/>
              <a:buNone/>
              <a:defRPr sz="700"/>
            </a:lvl5pPr>
            <a:lvl6pPr marL="2743200" lvl="5" indent="-228600" algn="l">
              <a:lnSpc>
                <a:spcPct val="100000"/>
              </a:lnSpc>
              <a:spcBef>
                <a:spcPts val="100"/>
              </a:spcBef>
              <a:spcAft>
                <a:spcPts val="0"/>
              </a:spcAft>
              <a:buClr>
                <a:schemeClr val="dk1"/>
              </a:buClr>
              <a:buSzPts val="700"/>
              <a:buNone/>
              <a:defRPr sz="700"/>
            </a:lvl6pPr>
            <a:lvl7pPr marL="3200400" lvl="6" indent="-228600" algn="l">
              <a:lnSpc>
                <a:spcPct val="100000"/>
              </a:lnSpc>
              <a:spcBef>
                <a:spcPts val="100"/>
              </a:spcBef>
              <a:spcAft>
                <a:spcPts val="0"/>
              </a:spcAft>
              <a:buClr>
                <a:schemeClr val="dk1"/>
              </a:buClr>
              <a:buSzPts val="700"/>
              <a:buNone/>
              <a:defRPr sz="700"/>
            </a:lvl7pPr>
            <a:lvl8pPr marL="3657600" lvl="7" indent="-228600" algn="l">
              <a:lnSpc>
                <a:spcPct val="100000"/>
              </a:lnSpc>
              <a:spcBef>
                <a:spcPts val="100"/>
              </a:spcBef>
              <a:spcAft>
                <a:spcPts val="0"/>
              </a:spcAft>
              <a:buClr>
                <a:schemeClr val="dk1"/>
              </a:buClr>
              <a:buSzPts val="700"/>
              <a:buNone/>
              <a:defRPr sz="700"/>
            </a:lvl8pPr>
            <a:lvl9pPr marL="4114800" lvl="8" indent="-228600" algn="l">
              <a:lnSpc>
                <a:spcPct val="100000"/>
              </a:lnSpc>
              <a:spcBef>
                <a:spcPts val="100"/>
              </a:spcBef>
              <a:spcAft>
                <a:spcPts val="0"/>
              </a:spcAft>
              <a:buClr>
                <a:schemeClr val="dk1"/>
              </a:buClr>
              <a:buSzPts val="700"/>
              <a:buNone/>
              <a:defRPr sz="700"/>
            </a:lvl9pPr>
          </a:lstStyle>
          <a:p>
            <a:endParaRPr/>
          </a:p>
        </p:txBody>
      </p:sp>
      <p:sp>
        <p:nvSpPr>
          <p:cNvPr id="110" name="Google Shape;110;p22"/>
          <p:cNvSpPr txBox="1">
            <a:spLocks noGrp="1"/>
          </p:cNvSpPr>
          <p:nvPr>
            <p:ph type="dt" idx="10"/>
          </p:nvPr>
        </p:nvSpPr>
        <p:spPr>
          <a:xfrm>
            <a:off x="342900" y="4767263"/>
            <a:ext cx="1600200" cy="273844"/>
          </a:xfrm>
          <a:prstGeom prst="rect">
            <a:avLst/>
          </a:prstGeom>
          <a:noFill/>
          <a:ln>
            <a:noFill/>
          </a:ln>
        </p:spPr>
        <p:txBody>
          <a:bodyPr spcFirstLastPara="1" wrap="square" lIns="68575" tIns="34275" rIns="68575" bIns="34275" anchor="ctr" anchorCtr="0">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11" name="Google Shape;111;p22"/>
          <p:cNvSpPr txBox="1">
            <a:spLocks noGrp="1"/>
          </p:cNvSpPr>
          <p:nvPr>
            <p:ph type="ftr" idx="11"/>
          </p:nvPr>
        </p:nvSpPr>
        <p:spPr>
          <a:xfrm>
            <a:off x="2343150" y="4767263"/>
            <a:ext cx="2171700" cy="273844"/>
          </a:xfrm>
          <a:prstGeom prst="rect">
            <a:avLst/>
          </a:prstGeom>
          <a:noFill/>
          <a:ln>
            <a:noFill/>
          </a:ln>
        </p:spPr>
        <p:txBody>
          <a:bodyPr spcFirstLastPara="1" wrap="square" lIns="68575" tIns="34275" rIns="68575" bIns="34275" anchor="ctr" anchorCtr="0">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12" name="Google Shape;112;p22"/>
          <p:cNvSpPr txBox="1">
            <a:spLocks noGrp="1"/>
          </p:cNvSpPr>
          <p:nvPr>
            <p:ph type="sldNum" idx="12"/>
          </p:nvPr>
        </p:nvSpPr>
        <p:spPr>
          <a:xfrm>
            <a:off x="4914900" y="4767263"/>
            <a:ext cx="1600200" cy="273844"/>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900"/>
              <a:buFont typeface="Arial" panose="020B0604020202020204"/>
              <a:buNone/>
              <a:defRPr sz="9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900"/>
              <a:buFont typeface="Arial" panose="020B0604020202020204"/>
              <a:buNone/>
              <a:defRPr sz="9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900"/>
              <a:buFont typeface="Arial" panose="020B0604020202020204"/>
              <a:buNone/>
              <a:defRPr sz="9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900"/>
              <a:buFont typeface="Arial" panose="020B0604020202020204"/>
              <a:buNone/>
              <a:defRPr sz="9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900"/>
              <a:buFont typeface="Arial" panose="020B0604020202020204"/>
              <a:buNone/>
              <a:defRPr sz="9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900"/>
              <a:buFont typeface="Arial" panose="020B0604020202020204"/>
              <a:buNone/>
              <a:defRPr sz="9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900"/>
              <a:buFont typeface="Arial" panose="020B0604020202020204"/>
              <a:buNone/>
              <a:defRPr sz="9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900"/>
              <a:buFont typeface="Arial" panose="020B0604020202020204"/>
              <a:buNone/>
              <a:defRPr sz="9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900"/>
              <a:buFont typeface="Arial" panose="020B0604020202020204"/>
              <a:buNone/>
              <a:defRPr sz="9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GB"/>
              <a:t>‹#›</a:t>
            </a:fld>
            <a:endParaRPr lang="en-GB"/>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113"/>
        <p:cNvGrpSpPr/>
        <p:nvPr/>
      </p:nvGrpSpPr>
      <p:grpSpPr>
        <a:xfrm>
          <a:off x="0" y="0"/>
          <a:ext cx="0" cy="0"/>
          <a:chOff x="0" y="0"/>
          <a:chExt cx="0" cy="0"/>
        </a:xfrm>
      </p:grpSpPr>
      <p:sp>
        <p:nvSpPr>
          <p:cNvPr id="114" name="Google Shape;114;p23"/>
          <p:cNvSpPr txBox="1">
            <a:spLocks noGrp="1"/>
          </p:cNvSpPr>
          <p:nvPr>
            <p:ph type="title"/>
          </p:nvPr>
        </p:nvSpPr>
        <p:spPr>
          <a:xfrm>
            <a:off x="342900" y="205978"/>
            <a:ext cx="6172200" cy="857250"/>
          </a:xfrm>
          <a:prstGeom prst="rect">
            <a:avLst/>
          </a:prstGeom>
          <a:noFill/>
          <a:ln>
            <a:noFill/>
          </a:ln>
        </p:spPr>
        <p:txBody>
          <a:bodyPr spcFirstLastPara="1" wrap="square" lIns="68575" tIns="34275" rIns="68575" bIns="34275" anchor="ctr" anchorCtr="0">
            <a:normAutofit/>
          </a:bodyPr>
          <a:lstStyle>
            <a:lvl1pPr lvl="0" algn="ctr">
              <a:lnSpc>
                <a:spcPct val="10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15" name="Google Shape;115;p23"/>
          <p:cNvSpPr txBox="1">
            <a:spLocks noGrp="1"/>
          </p:cNvSpPr>
          <p:nvPr>
            <p:ph type="body" idx="1"/>
          </p:nvPr>
        </p:nvSpPr>
        <p:spPr>
          <a:xfrm rot="5400000">
            <a:off x="1731764" y="-188714"/>
            <a:ext cx="3394472" cy="6172200"/>
          </a:xfrm>
          <a:prstGeom prst="rect">
            <a:avLst/>
          </a:prstGeom>
          <a:noFill/>
          <a:ln>
            <a:noFill/>
          </a:ln>
        </p:spPr>
        <p:txBody>
          <a:bodyPr spcFirstLastPara="1" wrap="square" lIns="68575" tIns="34275" rIns="68575" bIns="34275" anchor="t" anchorCtr="0">
            <a:normAutofit/>
          </a:bodyPr>
          <a:lstStyle>
            <a:lvl1pPr marL="457200" lvl="0" indent="-317500" algn="l">
              <a:lnSpc>
                <a:spcPct val="100000"/>
              </a:lnSpc>
              <a:spcBef>
                <a:spcPts val="300"/>
              </a:spcBef>
              <a:spcAft>
                <a:spcPts val="0"/>
              </a:spcAft>
              <a:buClr>
                <a:schemeClr val="dk1"/>
              </a:buClr>
              <a:buSzPts val="1400"/>
              <a:buChar char="•"/>
              <a:defRPr/>
            </a:lvl1pPr>
            <a:lvl2pPr marL="914400" lvl="1" indent="-317500" algn="l">
              <a:lnSpc>
                <a:spcPct val="100000"/>
              </a:lnSpc>
              <a:spcBef>
                <a:spcPts val="300"/>
              </a:spcBef>
              <a:spcAft>
                <a:spcPts val="0"/>
              </a:spcAft>
              <a:buClr>
                <a:schemeClr val="dk1"/>
              </a:buClr>
              <a:buSzPts val="1400"/>
              <a:buChar char="–"/>
              <a:defRPr/>
            </a:lvl2pPr>
            <a:lvl3pPr marL="1371600" lvl="2" indent="-317500" algn="l">
              <a:lnSpc>
                <a:spcPct val="100000"/>
              </a:lnSpc>
              <a:spcBef>
                <a:spcPts val="300"/>
              </a:spcBef>
              <a:spcAft>
                <a:spcPts val="0"/>
              </a:spcAft>
              <a:buClr>
                <a:schemeClr val="dk1"/>
              </a:buClr>
              <a:buSzPts val="1400"/>
              <a:buChar char="•"/>
              <a:defRPr/>
            </a:lvl3pPr>
            <a:lvl4pPr marL="1828800" lvl="3" indent="-317500" algn="l">
              <a:lnSpc>
                <a:spcPct val="100000"/>
              </a:lnSpc>
              <a:spcBef>
                <a:spcPts val="300"/>
              </a:spcBef>
              <a:spcAft>
                <a:spcPts val="0"/>
              </a:spcAft>
              <a:buClr>
                <a:schemeClr val="dk1"/>
              </a:buClr>
              <a:buSzPts val="1400"/>
              <a:buChar char="–"/>
              <a:defRPr/>
            </a:lvl4pPr>
            <a:lvl5pPr marL="2286000" lvl="4" indent="-317500" algn="l">
              <a:lnSpc>
                <a:spcPct val="100000"/>
              </a:lnSpc>
              <a:spcBef>
                <a:spcPts val="300"/>
              </a:spcBef>
              <a:spcAft>
                <a:spcPts val="0"/>
              </a:spcAft>
              <a:buClr>
                <a:schemeClr val="dk1"/>
              </a:buClr>
              <a:buSzPts val="1400"/>
              <a:buChar char="»"/>
              <a:defRPr/>
            </a:lvl5pPr>
            <a:lvl6pPr marL="2743200" lvl="5" indent="-317500" algn="l">
              <a:lnSpc>
                <a:spcPct val="100000"/>
              </a:lnSpc>
              <a:spcBef>
                <a:spcPts val="300"/>
              </a:spcBef>
              <a:spcAft>
                <a:spcPts val="0"/>
              </a:spcAft>
              <a:buClr>
                <a:schemeClr val="dk1"/>
              </a:buClr>
              <a:buSzPts val="1400"/>
              <a:buChar char="•"/>
              <a:defRPr/>
            </a:lvl6pPr>
            <a:lvl7pPr marL="3200400" lvl="6" indent="-317500" algn="l">
              <a:lnSpc>
                <a:spcPct val="100000"/>
              </a:lnSpc>
              <a:spcBef>
                <a:spcPts val="300"/>
              </a:spcBef>
              <a:spcAft>
                <a:spcPts val="0"/>
              </a:spcAft>
              <a:buClr>
                <a:schemeClr val="dk1"/>
              </a:buClr>
              <a:buSzPts val="1400"/>
              <a:buChar char="•"/>
              <a:defRPr/>
            </a:lvl7pPr>
            <a:lvl8pPr marL="3657600" lvl="7" indent="-317500" algn="l">
              <a:lnSpc>
                <a:spcPct val="100000"/>
              </a:lnSpc>
              <a:spcBef>
                <a:spcPts val="300"/>
              </a:spcBef>
              <a:spcAft>
                <a:spcPts val="0"/>
              </a:spcAft>
              <a:buClr>
                <a:schemeClr val="dk1"/>
              </a:buClr>
              <a:buSzPts val="1400"/>
              <a:buChar char="•"/>
              <a:defRPr/>
            </a:lvl8pPr>
            <a:lvl9pPr marL="4114800" lvl="8" indent="-317500" algn="l">
              <a:lnSpc>
                <a:spcPct val="100000"/>
              </a:lnSpc>
              <a:spcBef>
                <a:spcPts val="300"/>
              </a:spcBef>
              <a:spcAft>
                <a:spcPts val="0"/>
              </a:spcAft>
              <a:buClr>
                <a:schemeClr val="dk1"/>
              </a:buClr>
              <a:buSzPts val="1400"/>
              <a:buChar char="•"/>
              <a:defRPr/>
            </a:lvl9pPr>
          </a:lstStyle>
          <a:p>
            <a:endParaRPr/>
          </a:p>
        </p:txBody>
      </p:sp>
      <p:sp>
        <p:nvSpPr>
          <p:cNvPr id="116" name="Google Shape;116;p23"/>
          <p:cNvSpPr txBox="1">
            <a:spLocks noGrp="1"/>
          </p:cNvSpPr>
          <p:nvPr>
            <p:ph type="dt" idx="10"/>
          </p:nvPr>
        </p:nvSpPr>
        <p:spPr>
          <a:xfrm>
            <a:off x="342900" y="4767263"/>
            <a:ext cx="1600200" cy="273844"/>
          </a:xfrm>
          <a:prstGeom prst="rect">
            <a:avLst/>
          </a:prstGeom>
          <a:noFill/>
          <a:ln>
            <a:noFill/>
          </a:ln>
        </p:spPr>
        <p:txBody>
          <a:bodyPr spcFirstLastPara="1" wrap="square" lIns="68575" tIns="34275" rIns="68575" bIns="34275" anchor="ctr" anchorCtr="0">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17" name="Google Shape;117;p23"/>
          <p:cNvSpPr txBox="1">
            <a:spLocks noGrp="1"/>
          </p:cNvSpPr>
          <p:nvPr>
            <p:ph type="ftr" idx="11"/>
          </p:nvPr>
        </p:nvSpPr>
        <p:spPr>
          <a:xfrm>
            <a:off x="2343150" y="4767263"/>
            <a:ext cx="2171700" cy="273844"/>
          </a:xfrm>
          <a:prstGeom prst="rect">
            <a:avLst/>
          </a:prstGeom>
          <a:noFill/>
          <a:ln>
            <a:noFill/>
          </a:ln>
        </p:spPr>
        <p:txBody>
          <a:bodyPr spcFirstLastPara="1" wrap="square" lIns="68575" tIns="34275" rIns="68575" bIns="34275" anchor="ctr" anchorCtr="0">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18" name="Google Shape;118;p23"/>
          <p:cNvSpPr txBox="1">
            <a:spLocks noGrp="1"/>
          </p:cNvSpPr>
          <p:nvPr>
            <p:ph type="sldNum" idx="12"/>
          </p:nvPr>
        </p:nvSpPr>
        <p:spPr>
          <a:xfrm>
            <a:off x="4914900" y="4767263"/>
            <a:ext cx="1600200" cy="273844"/>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900"/>
              <a:buFont typeface="Arial" panose="020B0604020202020204"/>
              <a:buNone/>
              <a:defRPr sz="9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900"/>
              <a:buFont typeface="Arial" panose="020B0604020202020204"/>
              <a:buNone/>
              <a:defRPr sz="9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900"/>
              <a:buFont typeface="Arial" panose="020B0604020202020204"/>
              <a:buNone/>
              <a:defRPr sz="9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900"/>
              <a:buFont typeface="Arial" panose="020B0604020202020204"/>
              <a:buNone/>
              <a:defRPr sz="9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900"/>
              <a:buFont typeface="Arial" panose="020B0604020202020204"/>
              <a:buNone/>
              <a:defRPr sz="9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900"/>
              <a:buFont typeface="Arial" panose="020B0604020202020204"/>
              <a:buNone/>
              <a:defRPr sz="9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900"/>
              <a:buFont typeface="Arial" panose="020B0604020202020204"/>
              <a:buNone/>
              <a:defRPr sz="9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900"/>
              <a:buFont typeface="Arial" panose="020B0604020202020204"/>
              <a:buNone/>
              <a:defRPr sz="9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900"/>
              <a:buFont typeface="Arial" panose="020B0604020202020204"/>
              <a:buNone/>
              <a:defRPr sz="9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GB"/>
              <a:t>‹#›</a:t>
            </a:fld>
            <a:endParaRPr lang="en-GB"/>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119"/>
        <p:cNvGrpSpPr/>
        <p:nvPr/>
      </p:nvGrpSpPr>
      <p:grpSpPr>
        <a:xfrm>
          <a:off x="0" y="0"/>
          <a:ext cx="0" cy="0"/>
          <a:chOff x="0" y="0"/>
          <a:chExt cx="0" cy="0"/>
        </a:xfrm>
      </p:grpSpPr>
      <p:sp>
        <p:nvSpPr>
          <p:cNvPr id="120" name="Google Shape;120;p24"/>
          <p:cNvSpPr txBox="1">
            <a:spLocks noGrp="1"/>
          </p:cNvSpPr>
          <p:nvPr>
            <p:ph type="title"/>
          </p:nvPr>
        </p:nvSpPr>
        <p:spPr>
          <a:xfrm rot="5400000">
            <a:off x="3549254" y="1628776"/>
            <a:ext cx="4388644" cy="1543050"/>
          </a:xfrm>
          <a:prstGeom prst="rect">
            <a:avLst/>
          </a:prstGeom>
          <a:noFill/>
          <a:ln>
            <a:noFill/>
          </a:ln>
        </p:spPr>
        <p:txBody>
          <a:bodyPr spcFirstLastPara="1" wrap="square" lIns="68575" tIns="34275" rIns="68575" bIns="34275" anchor="ctr" anchorCtr="0">
            <a:normAutofit/>
          </a:bodyPr>
          <a:lstStyle>
            <a:lvl1pPr lvl="0" algn="ctr">
              <a:lnSpc>
                <a:spcPct val="10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21" name="Google Shape;121;p24"/>
          <p:cNvSpPr txBox="1">
            <a:spLocks noGrp="1"/>
          </p:cNvSpPr>
          <p:nvPr>
            <p:ph type="body" idx="1"/>
          </p:nvPr>
        </p:nvSpPr>
        <p:spPr>
          <a:xfrm rot="5400000">
            <a:off x="406003" y="142875"/>
            <a:ext cx="4388644" cy="4514850"/>
          </a:xfrm>
          <a:prstGeom prst="rect">
            <a:avLst/>
          </a:prstGeom>
          <a:noFill/>
          <a:ln>
            <a:noFill/>
          </a:ln>
        </p:spPr>
        <p:txBody>
          <a:bodyPr spcFirstLastPara="1" wrap="square" lIns="68575" tIns="34275" rIns="68575" bIns="34275" anchor="t" anchorCtr="0">
            <a:normAutofit/>
          </a:bodyPr>
          <a:lstStyle>
            <a:lvl1pPr marL="457200" lvl="0" indent="-317500" algn="l">
              <a:lnSpc>
                <a:spcPct val="100000"/>
              </a:lnSpc>
              <a:spcBef>
                <a:spcPts val="300"/>
              </a:spcBef>
              <a:spcAft>
                <a:spcPts val="0"/>
              </a:spcAft>
              <a:buClr>
                <a:schemeClr val="dk1"/>
              </a:buClr>
              <a:buSzPts val="1400"/>
              <a:buChar char="•"/>
              <a:defRPr/>
            </a:lvl1pPr>
            <a:lvl2pPr marL="914400" lvl="1" indent="-317500" algn="l">
              <a:lnSpc>
                <a:spcPct val="100000"/>
              </a:lnSpc>
              <a:spcBef>
                <a:spcPts val="300"/>
              </a:spcBef>
              <a:spcAft>
                <a:spcPts val="0"/>
              </a:spcAft>
              <a:buClr>
                <a:schemeClr val="dk1"/>
              </a:buClr>
              <a:buSzPts val="1400"/>
              <a:buChar char="–"/>
              <a:defRPr/>
            </a:lvl2pPr>
            <a:lvl3pPr marL="1371600" lvl="2" indent="-317500" algn="l">
              <a:lnSpc>
                <a:spcPct val="100000"/>
              </a:lnSpc>
              <a:spcBef>
                <a:spcPts val="300"/>
              </a:spcBef>
              <a:spcAft>
                <a:spcPts val="0"/>
              </a:spcAft>
              <a:buClr>
                <a:schemeClr val="dk1"/>
              </a:buClr>
              <a:buSzPts val="1400"/>
              <a:buChar char="•"/>
              <a:defRPr/>
            </a:lvl3pPr>
            <a:lvl4pPr marL="1828800" lvl="3" indent="-317500" algn="l">
              <a:lnSpc>
                <a:spcPct val="100000"/>
              </a:lnSpc>
              <a:spcBef>
                <a:spcPts val="300"/>
              </a:spcBef>
              <a:spcAft>
                <a:spcPts val="0"/>
              </a:spcAft>
              <a:buClr>
                <a:schemeClr val="dk1"/>
              </a:buClr>
              <a:buSzPts val="1400"/>
              <a:buChar char="–"/>
              <a:defRPr/>
            </a:lvl4pPr>
            <a:lvl5pPr marL="2286000" lvl="4" indent="-317500" algn="l">
              <a:lnSpc>
                <a:spcPct val="100000"/>
              </a:lnSpc>
              <a:spcBef>
                <a:spcPts val="300"/>
              </a:spcBef>
              <a:spcAft>
                <a:spcPts val="0"/>
              </a:spcAft>
              <a:buClr>
                <a:schemeClr val="dk1"/>
              </a:buClr>
              <a:buSzPts val="1400"/>
              <a:buChar char="»"/>
              <a:defRPr/>
            </a:lvl5pPr>
            <a:lvl6pPr marL="2743200" lvl="5" indent="-317500" algn="l">
              <a:lnSpc>
                <a:spcPct val="100000"/>
              </a:lnSpc>
              <a:spcBef>
                <a:spcPts val="300"/>
              </a:spcBef>
              <a:spcAft>
                <a:spcPts val="0"/>
              </a:spcAft>
              <a:buClr>
                <a:schemeClr val="dk1"/>
              </a:buClr>
              <a:buSzPts val="1400"/>
              <a:buChar char="•"/>
              <a:defRPr/>
            </a:lvl6pPr>
            <a:lvl7pPr marL="3200400" lvl="6" indent="-317500" algn="l">
              <a:lnSpc>
                <a:spcPct val="100000"/>
              </a:lnSpc>
              <a:spcBef>
                <a:spcPts val="300"/>
              </a:spcBef>
              <a:spcAft>
                <a:spcPts val="0"/>
              </a:spcAft>
              <a:buClr>
                <a:schemeClr val="dk1"/>
              </a:buClr>
              <a:buSzPts val="1400"/>
              <a:buChar char="•"/>
              <a:defRPr/>
            </a:lvl7pPr>
            <a:lvl8pPr marL="3657600" lvl="7" indent="-317500" algn="l">
              <a:lnSpc>
                <a:spcPct val="100000"/>
              </a:lnSpc>
              <a:spcBef>
                <a:spcPts val="300"/>
              </a:spcBef>
              <a:spcAft>
                <a:spcPts val="0"/>
              </a:spcAft>
              <a:buClr>
                <a:schemeClr val="dk1"/>
              </a:buClr>
              <a:buSzPts val="1400"/>
              <a:buChar char="•"/>
              <a:defRPr/>
            </a:lvl8pPr>
            <a:lvl9pPr marL="4114800" lvl="8" indent="-317500" algn="l">
              <a:lnSpc>
                <a:spcPct val="100000"/>
              </a:lnSpc>
              <a:spcBef>
                <a:spcPts val="300"/>
              </a:spcBef>
              <a:spcAft>
                <a:spcPts val="0"/>
              </a:spcAft>
              <a:buClr>
                <a:schemeClr val="dk1"/>
              </a:buClr>
              <a:buSzPts val="1400"/>
              <a:buChar char="•"/>
              <a:defRPr/>
            </a:lvl9pPr>
          </a:lstStyle>
          <a:p>
            <a:endParaRPr/>
          </a:p>
        </p:txBody>
      </p:sp>
      <p:sp>
        <p:nvSpPr>
          <p:cNvPr id="122" name="Google Shape;122;p24"/>
          <p:cNvSpPr txBox="1">
            <a:spLocks noGrp="1"/>
          </p:cNvSpPr>
          <p:nvPr>
            <p:ph type="dt" idx="10"/>
          </p:nvPr>
        </p:nvSpPr>
        <p:spPr>
          <a:xfrm>
            <a:off x="342900" y="4767263"/>
            <a:ext cx="1600200" cy="273844"/>
          </a:xfrm>
          <a:prstGeom prst="rect">
            <a:avLst/>
          </a:prstGeom>
          <a:noFill/>
          <a:ln>
            <a:noFill/>
          </a:ln>
        </p:spPr>
        <p:txBody>
          <a:bodyPr spcFirstLastPara="1" wrap="square" lIns="68575" tIns="34275" rIns="68575" bIns="34275" anchor="ctr" anchorCtr="0">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23" name="Google Shape;123;p24"/>
          <p:cNvSpPr txBox="1">
            <a:spLocks noGrp="1"/>
          </p:cNvSpPr>
          <p:nvPr>
            <p:ph type="ftr" idx="11"/>
          </p:nvPr>
        </p:nvSpPr>
        <p:spPr>
          <a:xfrm>
            <a:off x="2343150" y="4767263"/>
            <a:ext cx="2171700" cy="273844"/>
          </a:xfrm>
          <a:prstGeom prst="rect">
            <a:avLst/>
          </a:prstGeom>
          <a:noFill/>
          <a:ln>
            <a:noFill/>
          </a:ln>
        </p:spPr>
        <p:txBody>
          <a:bodyPr spcFirstLastPara="1" wrap="square" lIns="68575" tIns="34275" rIns="68575" bIns="34275" anchor="ctr" anchorCtr="0">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24" name="Google Shape;124;p24"/>
          <p:cNvSpPr txBox="1">
            <a:spLocks noGrp="1"/>
          </p:cNvSpPr>
          <p:nvPr>
            <p:ph type="sldNum" idx="12"/>
          </p:nvPr>
        </p:nvSpPr>
        <p:spPr>
          <a:xfrm>
            <a:off x="4914900" y="4767263"/>
            <a:ext cx="1600200" cy="273844"/>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900"/>
              <a:buFont typeface="Arial" panose="020B0604020202020204"/>
              <a:buNone/>
              <a:defRPr sz="9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900"/>
              <a:buFont typeface="Arial" panose="020B0604020202020204"/>
              <a:buNone/>
              <a:defRPr sz="9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900"/>
              <a:buFont typeface="Arial" panose="020B0604020202020204"/>
              <a:buNone/>
              <a:defRPr sz="9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900"/>
              <a:buFont typeface="Arial" panose="020B0604020202020204"/>
              <a:buNone/>
              <a:defRPr sz="9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900"/>
              <a:buFont typeface="Arial" panose="020B0604020202020204"/>
              <a:buNone/>
              <a:defRPr sz="9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900"/>
              <a:buFont typeface="Arial" panose="020B0604020202020204"/>
              <a:buNone/>
              <a:defRPr sz="9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900"/>
              <a:buFont typeface="Arial" panose="020B0604020202020204"/>
              <a:buNone/>
              <a:defRPr sz="9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900"/>
              <a:buFont typeface="Arial" panose="020B0604020202020204"/>
              <a:buNone/>
              <a:defRPr sz="9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900"/>
              <a:buFont typeface="Arial" panose="020B0604020202020204"/>
              <a:buNone/>
              <a:defRPr sz="9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GB"/>
              <a:t>‹#›</a:t>
            </a:fld>
            <a:endParaRPr lang="en-GB"/>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GB"/>
              <a:t>‹#›</a:t>
            </a:fld>
            <a:endParaRPr lang="en-GB"/>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0"/>
        <p:cNvGrpSpPr/>
        <p:nvPr/>
      </p:nvGrpSpPr>
      <p:grpSpPr>
        <a:xfrm>
          <a:off x="0" y="0"/>
          <a:ext cx="0" cy="0"/>
          <a:chOff x="0" y="0"/>
          <a:chExt cx="0" cy="0"/>
        </a:xfrm>
      </p:grpSpPr>
      <p:sp>
        <p:nvSpPr>
          <p:cNvPr id="51" name="Google Shape;51;p13"/>
          <p:cNvSpPr txBox="1">
            <a:spLocks noGrp="1"/>
          </p:cNvSpPr>
          <p:nvPr>
            <p:ph type="title"/>
          </p:nvPr>
        </p:nvSpPr>
        <p:spPr>
          <a:xfrm>
            <a:off x="342900" y="205978"/>
            <a:ext cx="6172200" cy="857250"/>
          </a:xfrm>
          <a:prstGeom prst="rect">
            <a:avLst/>
          </a:prstGeom>
          <a:noFill/>
          <a:ln>
            <a:noFill/>
          </a:ln>
        </p:spPr>
        <p:txBody>
          <a:bodyPr spcFirstLastPara="1" wrap="square" lIns="68575" tIns="34275" rIns="68575" bIns="34275" anchor="ctr" anchorCtr="0">
            <a:normAutofit/>
          </a:bodyPr>
          <a:lstStyle>
            <a:lvl1pPr marR="0" lvl="0" algn="ctr" rtl="0">
              <a:lnSpc>
                <a:spcPct val="100000"/>
              </a:lnSpc>
              <a:spcBef>
                <a:spcPts val="0"/>
              </a:spcBef>
              <a:spcAft>
                <a:spcPts val="0"/>
              </a:spcAft>
              <a:buClr>
                <a:schemeClr val="dk1"/>
              </a:buClr>
              <a:buSzPts val="3300"/>
              <a:buFont typeface="Calibri" panose="020F0502020204030204"/>
              <a:buNone/>
              <a:defRPr sz="33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rgbClr val="000000"/>
              </a:buClr>
              <a:buSzPts val="1100"/>
              <a:buFont typeface="Arial" panose="020B0604020202020204"/>
              <a:buNone/>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SzPts val="1100"/>
              <a:buFont typeface="Arial" panose="020B0604020202020204"/>
              <a:buNone/>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SzPts val="1100"/>
              <a:buFont typeface="Arial" panose="020B0604020202020204"/>
              <a:buNone/>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SzPts val="1100"/>
              <a:buFont typeface="Arial" panose="020B0604020202020204"/>
              <a:buNone/>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SzPts val="1100"/>
              <a:buFont typeface="Arial" panose="020B0604020202020204"/>
              <a:buNone/>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SzPts val="1100"/>
              <a:buFont typeface="Arial" panose="020B0604020202020204"/>
              <a:buNone/>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SzPts val="1100"/>
              <a:buFont typeface="Arial" panose="020B0604020202020204"/>
              <a:buNone/>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SzPts val="1100"/>
              <a:buFont typeface="Arial" panose="020B0604020202020204"/>
              <a:buNone/>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endParaRPr/>
          </a:p>
        </p:txBody>
      </p:sp>
      <p:sp>
        <p:nvSpPr>
          <p:cNvPr id="52" name="Google Shape;52;p13"/>
          <p:cNvSpPr txBox="1">
            <a:spLocks noGrp="1"/>
          </p:cNvSpPr>
          <p:nvPr>
            <p:ph type="body" idx="1"/>
          </p:nvPr>
        </p:nvSpPr>
        <p:spPr>
          <a:xfrm>
            <a:off x="342900" y="1200150"/>
            <a:ext cx="6172200" cy="3394472"/>
          </a:xfrm>
          <a:prstGeom prst="rect">
            <a:avLst/>
          </a:prstGeom>
          <a:noFill/>
          <a:ln>
            <a:noFill/>
          </a:ln>
        </p:spPr>
        <p:txBody>
          <a:bodyPr spcFirstLastPara="1" wrap="square" lIns="68575" tIns="34275" rIns="68575" bIns="34275" anchor="t" anchorCtr="0">
            <a:normAutofit/>
          </a:bodyPr>
          <a:lstStyle>
            <a:lvl1pPr marL="457200" marR="0" lvl="0" indent="-381000" algn="l" rtl="0">
              <a:lnSpc>
                <a:spcPct val="100000"/>
              </a:lnSpc>
              <a:spcBef>
                <a:spcPts val="500"/>
              </a:spcBef>
              <a:spcAft>
                <a:spcPts val="0"/>
              </a:spcAft>
              <a:buClr>
                <a:schemeClr val="dk1"/>
              </a:buClr>
              <a:buSzPts val="2400"/>
              <a:buFont typeface="Arial" panose="020B0604020202020204"/>
              <a:buChar char="•"/>
              <a:defRPr sz="2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L="914400" marR="0" lvl="1" indent="-361950" algn="l" rtl="0">
              <a:lnSpc>
                <a:spcPct val="100000"/>
              </a:lnSpc>
              <a:spcBef>
                <a:spcPts val="400"/>
              </a:spcBef>
              <a:spcAft>
                <a:spcPts val="0"/>
              </a:spcAft>
              <a:buClr>
                <a:schemeClr val="dk1"/>
              </a:buClr>
              <a:buSzPts val="2100"/>
              <a:buFont typeface="Arial" panose="020B0604020202020204"/>
              <a:buChar char="–"/>
              <a:defRPr sz="21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L="1371600" marR="0" lvl="2" indent="-342900" algn="l" rtl="0">
              <a:lnSpc>
                <a:spcPct val="100000"/>
              </a:lnSpc>
              <a:spcBef>
                <a:spcPts val="4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L="1828800" marR="0" lvl="3" indent="-323850" algn="l" rtl="0">
              <a:lnSpc>
                <a:spcPct val="100000"/>
              </a:lnSpc>
              <a:spcBef>
                <a:spcPts val="300"/>
              </a:spcBef>
              <a:spcAft>
                <a:spcPts val="0"/>
              </a:spcAft>
              <a:buClr>
                <a:schemeClr val="dk1"/>
              </a:buClr>
              <a:buSzPts val="1500"/>
              <a:buFont typeface="Arial" panose="020B0604020202020204"/>
              <a:buChar char="–"/>
              <a:defRPr sz="15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L="2286000" marR="0" lvl="4" indent="-323850" algn="l" rtl="0">
              <a:lnSpc>
                <a:spcPct val="100000"/>
              </a:lnSpc>
              <a:spcBef>
                <a:spcPts val="300"/>
              </a:spcBef>
              <a:spcAft>
                <a:spcPts val="0"/>
              </a:spcAft>
              <a:buClr>
                <a:schemeClr val="dk1"/>
              </a:buClr>
              <a:buSzPts val="1500"/>
              <a:buFont typeface="Arial" panose="020B0604020202020204"/>
              <a:buChar char="»"/>
              <a:defRPr sz="15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L="2743200" marR="0" lvl="5" indent="-323850" algn="l" rtl="0">
              <a:lnSpc>
                <a:spcPct val="100000"/>
              </a:lnSpc>
              <a:spcBef>
                <a:spcPts val="300"/>
              </a:spcBef>
              <a:spcAft>
                <a:spcPts val="0"/>
              </a:spcAft>
              <a:buClr>
                <a:schemeClr val="dk1"/>
              </a:buClr>
              <a:buSzPts val="1500"/>
              <a:buFont typeface="Arial" panose="020B0604020202020204"/>
              <a:buChar char="•"/>
              <a:defRPr sz="15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323850" algn="l" rtl="0">
              <a:lnSpc>
                <a:spcPct val="100000"/>
              </a:lnSpc>
              <a:spcBef>
                <a:spcPts val="300"/>
              </a:spcBef>
              <a:spcAft>
                <a:spcPts val="0"/>
              </a:spcAft>
              <a:buClr>
                <a:schemeClr val="dk1"/>
              </a:buClr>
              <a:buSzPts val="1500"/>
              <a:buFont typeface="Arial" panose="020B0604020202020204"/>
              <a:buChar char="•"/>
              <a:defRPr sz="15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323850" algn="l" rtl="0">
              <a:lnSpc>
                <a:spcPct val="100000"/>
              </a:lnSpc>
              <a:spcBef>
                <a:spcPts val="300"/>
              </a:spcBef>
              <a:spcAft>
                <a:spcPts val="0"/>
              </a:spcAft>
              <a:buClr>
                <a:schemeClr val="dk1"/>
              </a:buClr>
              <a:buSzPts val="1500"/>
              <a:buFont typeface="Arial" panose="020B0604020202020204"/>
              <a:buChar char="•"/>
              <a:defRPr sz="15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323850" algn="l" rtl="0">
              <a:lnSpc>
                <a:spcPct val="100000"/>
              </a:lnSpc>
              <a:spcBef>
                <a:spcPts val="300"/>
              </a:spcBef>
              <a:spcAft>
                <a:spcPts val="0"/>
              </a:spcAft>
              <a:buClr>
                <a:schemeClr val="dk1"/>
              </a:buClr>
              <a:buSzPts val="1500"/>
              <a:buFont typeface="Arial" panose="020B0604020202020204"/>
              <a:buChar char="•"/>
              <a:defRPr sz="15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53" name="Google Shape;53;p13"/>
          <p:cNvSpPr txBox="1">
            <a:spLocks noGrp="1"/>
          </p:cNvSpPr>
          <p:nvPr>
            <p:ph type="dt" idx="10"/>
          </p:nvPr>
        </p:nvSpPr>
        <p:spPr>
          <a:xfrm>
            <a:off x="342900" y="4767263"/>
            <a:ext cx="1600200" cy="273844"/>
          </a:xfrm>
          <a:prstGeom prst="rect">
            <a:avLst/>
          </a:prstGeom>
          <a:noFill/>
          <a:ln>
            <a:noFill/>
          </a:ln>
        </p:spPr>
        <p:txBody>
          <a:bodyPr spcFirstLastPara="1" wrap="square" lIns="68575" tIns="34275" rIns="68575" bIns="34275" anchor="ctr" anchorCtr="0">
            <a:noAutofit/>
          </a:bodyPr>
          <a:lstStyle>
            <a:lvl1pPr marR="0" lvl="0" algn="l" rtl="0">
              <a:lnSpc>
                <a:spcPct val="100000"/>
              </a:lnSpc>
              <a:spcBef>
                <a:spcPts val="0"/>
              </a:spcBef>
              <a:spcAft>
                <a:spcPts val="0"/>
              </a:spcAft>
              <a:buClr>
                <a:srgbClr val="000000"/>
              </a:buClr>
              <a:buSzPts val="1100"/>
              <a:buFont typeface="Arial" panose="020B0604020202020204"/>
              <a:buNone/>
              <a:defRPr sz="9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rgbClr val="000000"/>
              </a:buClr>
              <a:buSzPts val="1100"/>
              <a:buFont typeface="Arial" panose="020B0604020202020204"/>
              <a:buNone/>
              <a:defRPr sz="1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lnSpc>
                <a:spcPct val="100000"/>
              </a:lnSpc>
              <a:spcBef>
                <a:spcPts val="0"/>
              </a:spcBef>
              <a:spcAft>
                <a:spcPts val="0"/>
              </a:spcAft>
              <a:buClr>
                <a:srgbClr val="000000"/>
              </a:buClr>
              <a:buSzPts val="1100"/>
              <a:buFont typeface="Arial" panose="020B0604020202020204"/>
              <a:buNone/>
              <a:defRPr sz="1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lnSpc>
                <a:spcPct val="100000"/>
              </a:lnSpc>
              <a:spcBef>
                <a:spcPts val="0"/>
              </a:spcBef>
              <a:spcAft>
                <a:spcPts val="0"/>
              </a:spcAft>
              <a:buClr>
                <a:srgbClr val="000000"/>
              </a:buClr>
              <a:buSzPts val="1100"/>
              <a:buFont typeface="Arial" panose="020B0604020202020204"/>
              <a:buNone/>
              <a:defRPr sz="1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lnSpc>
                <a:spcPct val="100000"/>
              </a:lnSpc>
              <a:spcBef>
                <a:spcPts val="0"/>
              </a:spcBef>
              <a:spcAft>
                <a:spcPts val="0"/>
              </a:spcAft>
              <a:buClr>
                <a:srgbClr val="000000"/>
              </a:buClr>
              <a:buSzPts val="1100"/>
              <a:buFont typeface="Arial" panose="020B0604020202020204"/>
              <a:buNone/>
              <a:defRPr sz="1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lnSpc>
                <a:spcPct val="100000"/>
              </a:lnSpc>
              <a:spcBef>
                <a:spcPts val="0"/>
              </a:spcBef>
              <a:spcAft>
                <a:spcPts val="0"/>
              </a:spcAft>
              <a:buClr>
                <a:srgbClr val="000000"/>
              </a:buClr>
              <a:buSzPts val="1100"/>
              <a:buFont typeface="Arial" panose="020B0604020202020204"/>
              <a:buNone/>
              <a:defRPr sz="1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lnSpc>
                <a:spcPct val="100000"/>
              </a:lnSpc>
              <a:spcBef>
                <a:spcPts val="0"/>
              </a:spcBef>
              <a:spcAft>
                <a:spcPts val="0"/>
              </a:spcAft>
              <a:buClr>
                <a:srgbClr val="000000"/>
              </a:buClr>
              <a:buSzPts val="1100"/>
              <a:buFont typeface="Arial" panose="020B0604020202020204"/>
              <a:buNone/>
              <a:defRPr sz="1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lnSpc>
                <a:spcPct val="100000"/>
              </a:lnSpc>
              <a:spcBef>
                <a:spcPts val="0"/>
              </a:spcBef>
              <a:spcAft>
                <a:spcPts val="0"/>
              </a:spcAft>
              <a:buClr>
                <a:srgbClr val="000000"/>
              </a:buClr>
              <a:buSzPts val="1100"/>
              <a:buFont typeface="Arial" panose="020B0604020202020204"/>
              <a:buNone/>
              <a:defRPr sz="1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lnSpc>
                <a:spcPct val="100000"/>
              </a:lnSpc>
              <a:spcBef>
                <a:spcPts val="0"/>
              </a:spcBef>
              <a:spcAft>
                <a:spcPts val="0"/>
              </a:spcAft>
              <a:buClr>
                <a:srgbClr val="000000"/>
              </a:buClr>
              <a:buSzPts val="1100"/>
              <a:buFont typeface="Arial" panose="020B0604020202020204"/>
              <a:buNone/>
              <a:defRPr sz="1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54" name="Google Shape;54;p13"/>
          <p:cNvSpPr txBox="1">
            <a:spLocks noGrp="1"/>
          </p:cNvSpPr>
          <p:nvPr>
            <p:ph type="ftr" idx="11"/>
          </p:nvPr>
        </p:nvSpPr>
        <p:spPr>
          <a:xfrm>
            <a:off x="2343150" y="4767263"/>
            <a:ext cx="2171700" cy="273844"/>
          </a:xfrm>
          <a:prstGeom prst="rect">
            <a:avLst/>
          </a:prstGeom>
          <a:noFill/>
          <a:ln>
            <a:noFill/>
          </a:ln>
        </p:spPr>
        <p:txBody>
          <a:bodyPr spcFirstLastPara="1" wrap="square" lIns="68575" tIns="34275" rIns="68575" bIns="34275" anchor="ctr" anchorCtr="0">
            <a:noAutofit/>
          </a:bodyPr>
          <a:lstStyle>
            <a:lvl1pPr marR="0" lvl="0" algn="ctr" rtl="0">
              <a:lnSpc>
                <a:spcPct val="100000"/>
              </a:lnSpc>
              <a:spcBef>
                <a:spcPts val="0"/>
              </a:spcBef>
              <a:spcAft>
                <a:spcPts val="0"/>
              </a:spcAft>
              <a:buClr>
                <a:srgbClr val="000000"/>
              </a:buClr>
              <a:buSzPts val="1100"/>
              <a:buFont typeface="Arial" panose="020B0604020202020204"/>
              <a:buNone/>
              <a:defRPr sz="9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rgbClr val="000000"/>
              </a:buClr>
              <a:buSzPts val="1100"/>
              <a:buFont typeface="Arial" panose="020B0604020202020204"/>
              <a:buNone/>
              <a:defRPr sz="1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lnSpc>
                <a:spcPct val="100000"/>
              </a:lnSpc>
              <a:spcBef>
                <a:spcPts val="0"/>
              </a:spcBef>
              <a:spcAft>
                <a:spcPts val="0"/>
              </a:spcAft>
              <a:buClr>
                <a:srgbClr val="000000"/>
              </a:buClr>
              <a:buSzPts val="1100"/>
              <a:buFont typeface="Arial" panose="020B0604020202020204"/>
              <a:buNone/>
              <a:defRPr sz="1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lnSpc>
                <a:spcPct val="100000"/>
              </a:lnSpc>
              <a:spcBef>
                <a:spcPts val="0"/>
              </a:spcBef>
              <a:spcAft>
                <a:spcPts val="0"/>
              </a:spcAft>
              <a:buClr>
                <a:srgbClr val="000000"/>
              </a:buClr>
              <a:buSzPts val="1100"/>
              <a:buFont typeface="Arial" panose="020B0604020202020204"/>
              <a:buNone/>
              <a:defRPr sz="1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lnSpc>
                <a:spcPct val="100000"/>
              </a:lnSpc>
              <a:spcBef>
                <a:spcPts val="0"/>
              </a:spcBef>
              <a:spcAft>
                <a:spcPts val="0"/>
              </a:spcAft>
              <a:buClr>
                <a:srgbClr val="000000"/>
              </a:buClr>
              <a:buSzPts val="1100"/>
              <a:buFont typeface="Arial" panose="020B0604020202020204"/>
              <a:buNone/>
              <a:defRPr sz="1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lnSpc>
                <a:spcPct val="100000"/>
              </a:lnSpc>
              <a:spcBef>
                <a:spcPts val="0"/>
              </a:spcBef>
              <a:spcAft>
                <a:spcPts val="0"/>
              </a:spcAft>
              <a:buClr>
                <a:srgbClr val="000000"/>
              </a:buClr>
              <a:buSzPts val="1100"/>
              <a:buFont typeface="Arial" panose="020B0604020202020204"/>
              <a:buNone/>
              <a:defRPr sz="1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lnSpc>
                <a:spcPct val="100000"/>
              </a:lnSpc>
              <a:spcBef>
                <a:spcPts val="0"/>
              </a:spcBef>
              <a:spcAft>
                <a:spcPts val="0"/>
              </a:spcAft>
              <a:buClr>
                <a:srgbClr val="000000"/>
              </a:buClr>
              <a:buSzPts val="1100"/>
              <a:buFont typeface="Arial" panose="020B0604020202020204"/>
              <a:buNone/>
              <a:defRPr sz="1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lnSpc>
                <a:spcPct val="100000"/>
              </a:lnSpc>
              <a:spcBef>
                <a:spcPts val="0"/>
              </a:spcBef>
              <a:spcAft>
                <a:spcPts val="0"/>
              </a:spcAft>
              <a:buClr>
                <a:srgbClr val="000000"/>
              </a:buClr>
              <a:buSzPts val="1100"/>
              <a:buFont typeface="Arial" panose="020B0604020202020204"/>
              <a:buNone/>
              <a:defRPr sz="1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lnSpc>
                <a:spcPct val="100000"/>
              </a:lnSpc>
              <a:spcBef>
                <a:spcPts val="0"/>
              </a:spcBef>
              <a:spcAft>
                <a:spcPts val="0"/>
              </a:spcAft>
              <a:buClr>
                <a:srgbClr val="000000"/>
              </a:buClr>
              <a:buSzPts val="1100"/>
              <a:buFont typeface="Arial" panose="020B0604020202020204"/>
              <a:buNone/>
              <a:defRPr sz="1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55" name="Google Shape;55;p13"/>
          <p:cNvSpPr txBox="1">
            <a:spLocks noGrp="1"/>
          </p:cNvSpPr>
          <p:nvPr>
            <p:ph type="sldNum" idx="12"/>
          </p:nvPr>
        </p:nvSpPr>
        <p:spPr>
          <a:xfrm>
            <a:off x="4914900" y="4767263"/>
            <a:ext cx="1600200" cy="273844"/>
          </a:xfrm>
          <a:prstGeom prst="rect">
            <a:avLst/>
          </a:prstGeom>
          <a:noFill/>
          <a:ln>
            <a:noFill/>
          </a:ln>
        </p:spPr>
        <p:txBody>
          <a:bodyPr spcFirstLastPara="1" wrap="square" lIns="68575" tIns="34275" rIns="68575" bIns="34275" anchor="ctr" anchorCtr="0">
            <a:noAutofit/>
          </a:bodyPr>
          <a:lstStyle>
            <a:lvl1pPr marL="0" marR="0" lvl="0" indent="0" algn="r" rtl="0">
              <a:lnSpc>
                <a:spcPct val="100000"/>
              </a:lnSpc>
              <a:spcBef>
                <a:spcPts val="0"/>
              </a:spcBef>
              <a:spcAft>
                <a:spcPts val="0"/>
              </a:spcAft>
              <a:buClr>
                <a:srgbClr val="000000"/>
              </a:buClr>
              <a:buSzPts val="900"/>
              <a:buFont typeface="Arial" panose="020B0604020202020204"/>
              <a:buNone/>
              <a:defRPr sz="9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rtl="0">
              <a:lnSpc>
                <a:spcPct val="100000"/>
              </a:lnSpc>
              <a:spcBef>
                <a:spcPts val="0"/>
              </a:spcBef>
              <a:spcAft>
                <a:spcPts val="0"/>
              </a:spcAft>
              <a:buClr>
                <a:srgbClr val="000000"/>
              </a:buClr>
              <a:buSzPts val="900"/>
              <a:buFont typeface="Arial" panose="020B0604020202020204"/>
              <a:buNone/>
              <a:defRPr sz="9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rtl="0">
              <a:lnSpc>
                <a:spcPct val="100000"/>
              </a:lnSpc>
              <a:spcBef>
                <a:spcPts val="0"/>
              </a:spcBef>
              <a:spcAft>
                <a:spcPts val="0"/>
              </a:spcAft>
              <a:buClr>
                <a:srgbClr val="000000"/>
              </a:buClr>
              <a:buSzPts val="900"/>
              <a:buFont typeface="Arial" panose="020B0604020202020204"/>
              <a:buNone/>
              <a:defRPr sz="9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rtl="0">
              <a:lnSpc>
                <a:spcPct val="100000"/>
              </a:lnSpc>
              <a:spcBef>
                <a:spcPts val="0"/>
              </a:spcBef>
              <a:spcAft>
                <a:spcPts val="0"/>
              </a:spcAft>
              <a:buClr>
                <a:srgbClr val="000000"/>
              </a:buClr>
              <a:buSzPts val="900"/>
              <a:buFont typeface="Arial" panose="020B0604020202020204"/>
              <a:buNone/>
              <a:defRPr sz="9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rtl="0">
              <a:lnSpc>
                <a:spcPct val="100000"/>
              </a:lnSpc>
              <a:spcBef>
                <a:spcPts val="0"/>
              </a:spcBef>
              <a:spcAft>
                <a:spcPts val="0"/>
              </a:spcAft>
              <a:buClr>
                <a:srgbClr val="000000"/>
              </a:buClr>
              <a:buSzPts val="900"/>
              <a:buFont typeface="Arial" panose="020B0604020202020204"/>
              <a:buNone/>
              <a:defRPr sz="9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rtl="0">
              <a:lnSpc>
                <a:spcPct val="100000"/>
              </a:lnSpc>
              <a:spcBef>
                <a:spcPts val="0"/>
              </a:spcBef>
              <a:spcAft>
                <a:spcPts val="0"/>
              </a:spcAft>
              <a:buClr>
                <a:srgbClr val="000000"/>
              </a:buClr>
              <a:buSzPts val="900"/>
              <a:buFont typeface="Arial" panose="020B0604020202020204"/>
              <a:buNone/>
              <a:defRPr sz="9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rtl="0">
              <a:lnSpc>
                <a:spcPct val="100000"/>
              </a:lnSpc>
              <a:spcBef>
                <a:spcPts val="0"/>
              </a:spcBef>
              <a:spcAft>
                <a:spcPts val="0"/>
              </a:spcAft>
              <a:buClr>
                <a:srgbClr val="000000"/>
              </a:buClr>
              <a:buSzPts val="900"/>
              <a:buFont typeface="Arial" panose="020B0604020202020204"/>
              <a:buNone/>
              <a:defRPr sz="9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rtl="0">
              <a:lnSpc>
                <a:spcPct val="100000"/>
              </a:lnSpc>
              <a:spcBef>
                <a:spcPts val="0"/>
              </a:spcBef>
              <a:spcAft>
                <a:spcPts val="0"/>
              </a:spcAft>
              <a:buClr>
                <a:srgbClr val="000000"/>
              </a:buClr>
              <a:buSzPts val="900"/>
              <a:buFont typeface="Arial" panose="020B0604020202020204"/>
              <a:buNone/>
              <a:defRPr sz="9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rtl="0">
              <a:lnSpc>
                <a:spcPct val="100000"/>
              </a:lnSpc>
              <a:spcBef>
                <a:spcPts val="0"/>
              </a:spcBef>
              <a:spcAft>
                <a:spcPts val="0"/>
              </a:spcAft>
              <a:buClr>
                <a:srgbClr val="000000"/>
              </a:buClr>
              <a:buSzPts val="900"/>
              <a:buFont typeface="Arial" panose="020B0604020202020204"/>
              <a:buNone/>
              <a:defRPr sz="9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GB"/>
              <a:t>‹#›</a:t>
            </a:fld>
            <a:endParaRPr lang="en-GB"/>
          </a:p>
        </p:txBody>
      </p:sp>
    </p:spTree>
  </p:cSld>
  <p:clrMap bg1="lt1" tx1="dk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2.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2.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2.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2.xml"/><Relationship Id="rId4" Type="http://schemas.openxmlformats.org/officeDocument/2006/relationships/image" Target="../media/image7.jpe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2.xml"/><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2.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2.xml"/><Relationship Id="rId4" Type="http://schemas.openxmlformats.org/officeDocument/2006/relationships/image" Target="../media/image12.pn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2.xml"/><Relationship Id="rId4" Type="http://schemas.openxmlformats.org/officeDocument/2006/relationships/image" Target="../media/image13.pn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2.xml"/><Relationship Id="rId5" Type="http://schemas.openxmlformats.org/officeDocument/2006/relationships/image" Target="../media/image15.png"/><Relationship Id="rId4" Type="http://schemas.openxmlformats.org/officeDocument/2006/relationships/image" Target="../media/image14.pn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2.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2.xml"/><Relationship Id="rId5" Type="http://schemas.openxmlformats.org/officeDocument/2006/relationships/image" Target="../media/image20.png"/><Relationship Id="rId4" Type="http://schemas.openxmlformats.org/officeDocument/2006/relationships/image" Target="../media/image19.png"/></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12.xml"/><Relationship Id="rId4" Type="http://schemas.openxmlformats.org/officeDocument/2006/relationships/image" Target="../media/image21.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28"/>
        <p:cNvGrpSpPr/>
        <p:nvPr/>
      </p:nvGrpSpPr>
      <p:grpSpPr>
        <a:xfrm>
          <a:off x="0" y="0"/>
          <a:ext cx="0" cy="0"/>
          <a:chOff x="0" y="0"/>
          <a:chExt cx="0" cy="0"/>
        </a:xfrm>
      </p:grpSpPr>
      <p:pic>
        <p:nvPicPr>
          <p:cNvPr id="129" name="Google Shape;129;p25" descr="image.png"/>
          <p:cNvPicPr preferRelativeResize="0"/>
          <p:nvPr/>
        </p:nvPicPr>
        <p:blipFill rotWithShape="1">
          <a:blip r:embed="rId3"/>
          <a:srcRect/>
          <a:stretch>
            <a:fillRect/>
          </a:stretch>
        </p:blipFill>
        <p:spPr>
          <a:xfrm>
            <a:off x="0" y="0"/>
            <a:ext cx="9144000" cy="5143500"/>
          </a:xfrm>
          <a:prstGeom prst="rect">
            <a:avLst/>
          </a:prstGeom>
          <a:noFill/>
          <a:ln>
            <a:noFill/>
          </a:ln>
        </p:spPr>
      </p:pic>
      <p:pic>
        <p:nvPicPr>
          <p:cNvPr id="130" name="Google Shape;130;p25" descr="image.png"/>
          <p:cNvPicPr preferRelativeResize="0"/>
          <p:nvPr/>
        </p:nvPicPr>
        <p:blipFill rotWithShape="1">
          <a:blip r:embed="rId4"/>
          <a:srcRect/>
          <a:stretch>
            <a:fillRect/>
          </a:stretch>
        </p:blipFill>
        <p:spPr>
          <a:xfrm>
            <a:off x="2336006" y="997334"/>
            <a:ext cx="4471988" cy="1577206"/>
          </a:xfrm>
          <a:prstGeom prst="rect">
            <a:avLst/>
          </a:prstGeom>
          <a:noFill/>
          <a:ln>
            <a:noFill/>
          </a:ln>
        </p:spPr>
      </p:pic>
      <p:sp>
        <p:nvSpPr>
          <p:cNvPr id="131" name="Google Shape;131;p25"/>
          <p:cNvSpPr txBox="1"/>
          <p:nvPr/>
        </p:nvSpPr>
        <p:spPr>
          <a:xfrm>
            <a:off x="2350294" y="3003165"/>
            <a:ext cx="4443413" cy="320017"/>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Clr>
                <a:srgbClr val="000000"/>
              </a:buClr>
              <a:buSzPts val="1600"/>
              <a:buFont typeface="Arial" panose="020B0604020202020204"/>
              <a:buNone/>
            </a:pPr>
            <a:r>
              <a:rPr lang="en-GB" sz="1600" b="0" i="0" u="none" strike="noStrike" cap="none">
                <a:solidFill>
                  <a:srgbClr val="0F243E"/>
                </a:solidFill>
                <a:latin typeface="Lato" panose="020F0502020204030203"/>
                <a:ea typeface="Lato" panose="020F0502020204030203"/>
                <a:cs typeface="Lato" panose="020F0502020204030203"/>
                <a:sym typeface="Lato" panose="020F0502020204030203"/>
              </a:rPr>
              <a:t>Cloud-Native Real-Time Investment Management</a:t>
            </a:r>
            <a:endParaRPr sz="1600" b="0" i="0" u="none" strike="noStrike" cap="none">
              <a:solidFill>
                <a:srgbClr val="0F243E"/>
              </a:solidFill>
              <a:latin typeface="Lato" panose="020F0502020204030203"/>
              <a:ea typeface="Lato" panose="020F0502020204030203"/>
              <a:cs typeface="Lato" panose="020F0502020204030203"/>
              <a:sym typeface="Lato" panose="020F0502020204030203"/>
            </a:endParaRPr>
          </a:p>
        </p:txBody>
      </p:sp>
      <p:sp>
        <p:nvSpPr>
          <p:cNvPr id="132" name="Google Shape;132;p25"/>
          <p:cNvSpPr txBox="1"/>
          <p:nvPr/>
        </p:nvSpPr>
        <p:spPr>
          <a:xfrm>
            <a:off x="3336131" y="3787526"/>
            <a:ext cx="2471700" cy="2659190"/>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Clr>
                <a:srgbClr val="000000"/>
              </a:buClr>
              <a:buSzPts val="1200"/>
              <a:buFont typeface="Arial" panose="020B0604020202020204"/>
              <a:buNone/>
            </a:pPr>
            <a:r>
              <a:rPr lang="en-GB" sz="1200" b="1" dirty="0">
                <a:solidFill>
                  <a:srgbClr val="64748B"/>
                </a:solidFill>
                <a:latin typeface="Lato" panose="020F0502020204030203"/>
                <a:ea typeface="Lato" panose="020F0502020204030203"/>
                <a:cs typeface="Lato" panose="020F0502020204030203"/>
                <a:sym typeface="Lato" panose="020F0502020204030203"/>
              </a:rPr>
              <a:t>Group Members</a:t>
            </a:r>
            <a:br>
              <a:rPr lang="en-GB" sz="1200" b="1" dirty="0">
                <a:solidFill>
                  <a:srgbClr val="64748B"/>
                </a:solidFill>
                <a:latin typeface="Lato" panose="020F0502020204030203"/>
                <a:ea typeface="Lato" panose="020F0502020204030203"/>
                <a:cs typeface="Lato" panose="020F0502020204030203"/>
                <a:sym typeface="Lato" panose="020F0502020204030203"/>
              </a:rPr>
            </a:br>
            <a:r>
              <a:rPr lang="en-GB" sz="1200" b="1" dirty="0">
                <a:solidFill>
                  <a:srgbClr val="64748B"/>
                </a:solidFill>
                <a:latin typeface="Lato" panose="020F0502020204030203"/>
                <a:ea typeface="Lato" panose="020F0502020204030203"/>
                <a:cs typeface="Lato" panose="020F0502020204030203"/>
                <a:sym typeface="Lato" panose="020F0502020204030203"/>
              </a:rPr>
              <a:t>Muhammad Daniyal Hammad</a:t>
            </a:r>
            <a:endParaRPr sz="1200" b="1" dirty="0">
              <a:solidFill>
                <a:srgbClr val="64748B"/>
              </a:solidFill>
              <a:latin typeface="Lato" panose="020F0502020204030203"/>
              <a:ea typeface="Lato" panose="020F0502020204030203"/>
              <a:cs typeface="Lato" panose="020F0502020204030203"/>
              <a:sym typeface="Lato" panose="020F0502020204030203"/>
            </a:endParaRPr>
          </a:p>
          <a:p>
            <a:pPr marL="0" marR="0" lvl="0" indent="0" algn="ctr" rtl="0">
              <a:lnSpc>
                <a:spcPct val="160000"/>
              </a:lnSpc>
              <a:spcBef>
                <a:spcPts val="0"/>
              </a:spcBef>
              <a:spcAft>
                <a:spcPts val="0"/>
              </a:spcAft>
              <a:buClr>
                <a:srgbClr val="000000"/>
              </a:buClr>
              <a:buSzPts val="1200"/>
              <a:buFont typeface="Arial" panose="020B0604020202020204"/>
              <a:buNone/>
            </a:pPr>
            <a:r>
              <a:rPr lang="en-GB" sz="1200" b="1" dirty="0">
                <a:solidFill>
                  <a:srgbClr val="64748B"/>
                </a:solidFill>
                <a:latin typeface="Lato" panose="020F0502020204030203"/>
                <a:ea typeface="Lato" panose="020F0502020204030203"/>
                <a:cs typeface="Lato" panose="020F0502020204030203"/>
                <a:sym typeface="Lato" panose="020F0502020204030203"/>
              </a:rPr>
              <a:t>Mohsin Raza </a:t>
            </a:r>
            <a:endParaRPr sz="1200" b="1" dirty="0">
              <a:solidFill>
                <a:srgbClr val="64748B"/>
              </a:solidFill>
              <a:latin typeface="Lato" panose="020F0502020204030203"/>
              <a:ea typeface="Lato" panose="020F0502020204030203"/>
              <a:cs typeface="Lato" panose="020F0502020204030203"/>
              <a:sym typeface="Lato" panose="020F0502020204030203"/>
            </a:endParaRPr>
          </a:p>
          <a:p>
            <a:pPr marL="0" marR="0" lvl="0" indent="0" algn="ctr" rtl="0">
              <a:lnSpc>
                <a:spcPct val="160000"/>
              </a:lnSpc>
              <a:spcBef>
                <a:spcPts val="0"/>
              </a:spcBef>
              <a:spcAft>
                <a:spcPts val="0"/>
              </a:spcAft>
              <a:buClr>
                <a:srgbClr val="000000"/>
              </a:buClr>
              <a:buSzPts val="1200"/>
              <a:buFont typeface="Arial" panose="020B0604020202020204"/>
              <a:buNone/>
            </a:pPr>
            <a:r>
              <a:rPr lang="en-GB" sz="1200" b="1" dirty="0" err="1">
                <a:solidFill>
                  <a:srgbClr val="64748B"/>
                </a:solidFill>
                <a:latin typeface="Lato" panose="020F0502020204030203"/>
                <a:ea typeface="Lato" panose="020F0502020204030203"/>
                <a:cs typeface="Lato" panose="020F0502020204030203"/>
                <a:sym typeface="Lato" panose="020F0502020204030203"/>
              </a:rPr>
              <a:t>Eashal</a:t>
            </a:r>
            <a:r>
              <a:rPr lang="en-GB" sz="1200" b="1" dirty="0">
                <a:solidFill>
                  <a:srgbClr val="64748B"/>
                </a:solidFill>
                <a:latin typeface="Lato" panose="020F0502020204030203"/>
                <a:ea typeface="Lato" panose="020F0502020204030203"/>
                <a:cs typeface="Lato" panose="020F0502020204030203"/>
                <a:sym typeface="Lato" panose="020F0502020204030203"/>
              </a:rPr>
              <a:t> Yasin</a:t>
            </a:r>
            <a:endParaRPr sz="1200" b="1" dirty="0">
              <a:solidFill>
                <a:srgbClr val="64748B"/>
              </a:solidFill>
              <a:latin typeface="Lato" panose="020F0502020204030203"/>
              <a:ea typeface="Lato" panose="020F0502020204030203"/>
              <a:cs typeface="Lato" panose="020F0502020204030203"/>
              <a:sym typeface="Lato" panose="020F0502020204030203"/>
            </a:endParaRPr>
          </a:p>
          <a:p>
            <a:pPr marL="0" marR="0" lvl="0" indent="0" algn="ctr" rtl="0">
              <a:lnSpc>
                <a:spcPct val="160000"/>
              </a:lnSpc>
              <a:spcBef>
                <a:spcPts val="0"/>
              </a:spcBef>
              <a:spcAft>
                <a:spcPts val="0"/>
              </a:spcAft>
              <a:buClr>
                <a:srgbClr val="000000"/>
              </a:buClr>
              <a:buSzPts val="1200"/>
              <a:buFont typeface="Arial" panose="020B0604020202020204"/>
              <a:buNone/>
            </a:pPr>
            <a:endParaRPr sz="1200" b="1" dirty="0">
              <a:solidFill>
                <a:srgbClr val="64748B"/>
              </a:solidFill>
              <a:latin typeface="Lato" panose="020F0502020204030203"/>
              <a:ea typeface="Lato" panose="020F0502020204030203"/>
              <a:cs typeface="Lato" panose="020F0502020204030203"/>
              <a:sym typeface="Lato" panose="020F0502020204030203"/>
            </a:endParaRPr>
          </a:p>
          <a:p>
            <a:pPr marL="0" marR="0" lvl="0" indent="0" algn="l" rtl="0">
              <a:lnSpc>
                <a:spcPct val="160000"/>
              </a:lnSpc>
              <a:spcBef>
                <a:spcPts val="0"/>
              </a:spcBef>
              <a:spcAft>
                <a:spcPts val="0"/>
              </a:spcAft>
              <a:buClr>
                <a:srgbClr val="000000"/>
              </a:buClr>
              <a:buSzPts val="1200"/>
              <a:buFont typeface="Arial" panose="020B0604020202020204"/>
              <a:buNone/>
            </a:pPr>
            <a:endParaRPr sz="1200" b="1" dirty="0">
              <a:solidFill>
                <a:srgbClr val="64748B"/>
              </a:solidFill>
              <a:latin typeface="Lato" panose="020F0502020204030203"/>
              <a:ea typeface="Lato" panose="020F0502020204030203"/>
              <a:cs typeface="Lato" panose="020F0502020204030203"/>
              <a:sym typeface="Lato" panose="020F0502020204030203"/>
            </a:endParaRPr>
          </a:p>
          <a:p>
            <a:pPr marL="0" marR="0" lvl="0" indent="0" algn="ctr" rtl="0">
              <a:lnSpc>
                <a:spcPct val="160000"/>
              </a:lnSpc>
              <a:spcBef>
                <a:spcPts val="0"/>
              </a:spcBef>
              <a:spcAft>
                <a:spcPts val="0"/>
              </a:spcAft>
              <a:buClr>
                <a:srgbClr val="000000"/>
              </a:buClr>
              <a:buSzPts val="1200"/>
              <a:buFont typeface="Arial" panose="020B0604020202020204"/>
              <a:buNone/>
            </a:pPr>
            <a:endParaRPr sz="1200" b="1" dirty="0">
              <a:solidFill>
                <a:srgbClr val="64748B"/>
              </a:solidFill>
              <a:latin typeface="Lato" panose="020F0502020204030203"/>
              <a:ea typeface="Lato" panose="020F0502020204030203"/>
              <a:cs typeface="Lato" panose="020F0502020204030203"/>
              <a:sym typeface="Lato" panose="020F0502020204030203"/>
            </a:endParaRPr>
          </a:p>
          <a:p>
            <a:pPr marL="0" marR="0" lvl="0" indent="0" algn="l" rtl="0">
              <a:lnSpc>
                <a:spcPct val="160000"/>
              </a:lnSpc>
              <a:spcBef>
                <a:spcPts val="0"/>
              </a:spcBef>
              <a:spcAft>
                <a:spcPts val="0"/>
              </a:spcAft>
              <a:buClr>
                <a:srgbClr val="000000"/>
              </a:buClr>
              <a:buSzPts val="1200"/>
              <a:buFont typeface="Arial" panose="020B0604020202020204"/>
              <a:buNone/>
            </a:pPr>
            <a:endParaRPr sz="1200" b="1" dirty="0">
              <a:solidFill>
                <a:srgbClr val="64748B"/>
              </a:solidFill>
              <a:latin typeface="Lato" panose="020F0502020204030203"/>
              <a:ea typeface="Lato" panose="020F0502020204030203"/>
              <a:cs typeface="Lato" panose="020F0502020204030203"/>
              <a:sym typeface="Lato" panose="020F0502020204030203"/>
            </a:endParaRPr>
          </a:p>
          <a:p>
            <a:pPr marL="0" marR="0" lvl="0" indent="0" algn="ctr" rtl="0">
              <a:lnSpc>
                <a:spcPct val="160000"/>
              </a:lnSpc>
              <a:spcBef>
                <a:spcPts val="0"/>
              </a:spcBef>
              <a:spcAft>
                <a:spcPts val="0"/>
              </a:spcAft>
              <a:buClr>
                <a:srgbClr val="000000"/>
              </a:buClr>
              <a:buSzPts val="1200"/>
              <a:buFont typeface="Arial" panose="020B0604020202020204"/>
              <a:buNone/>
            </a:pPr>
            <a:endParaRPr sz="1200" b="1" dirty="0">
              <a:solidFill>
                <a:srgbClr val="64748B"/>
              </a:solidFill>
              <a:latin typeface="Lato" panose="020F0502020204030203"/>
              <a:ea typeface="Lato" panose="020F0502020204030203"/>
              <a:cs typeface="Lato" panose="020F0502020204030203"/>
              <a:sym typeface="Lato" panose="020F0502020204030203"/>
            </a:endParaRPr>
          </a:p>
        </p:txBody>
      </p:sp>
      <p:sp>
        <p:nvSpPr>
          <p:cNvPr id="133" name="Google Shape;133;p25"/>
          <p:cNvSpPr txBox="1"/>
          <p:nvPr/>
        </p:nvSpPr>
        <p:spPr>
          <a:xfrm>
            <a:off x="2524244" y="1283084"/>
            <a:ext cx="4095512" cy="1005706"/>
          </a:xfrm>
          <a:prstGeom prst="rect">
            <a:avLst/>
          </a:prstGeom>
          <a:noFill/>
          <a:ln>
            <a:noFill/>
          </a:ln>
        </p:spPr>
        <p:txBody>
          <a:bodyPr spcFirstLastPara="1" wrap="square" lIns="0" tIns="0" rIns="0" bIns="0" anchor="t" anchorCtr="0">
            <a:spAutoFit/>
          </a:bodyPr>
          <a:lstStyle/>
          <a:p>
            <a:pPr marL="0" marR="0" lvl="0" indent="0" algn="ctr" rtl="0">
              <a:lnSpc>
                <a:spcPct val="110000"/>
              </a:lnSpc>
              <a:spcBef>
                <a:spcPts val="0"/>
              </a:spcBef>
              <a:spcAft>
                <a:spcPts val="0"/>
              </a:spcAft>
              <a:buClr>
                <a:srgbClr val="000000"/>
              </a:buClr>
              <a:buSzPts val="3600"/>
              <a:buFont typeface="Arial" panose="020B0604020202020204"/>
              <a:buNone/>
            </a:pPr>
            <a:r>
              <a:rPr lang="en-GB" sz="3600" b="1" i="0" u="none" strike="noStrike" cap="none">
                <a:solidFill>
                  <a:srgbClr val="FFFFFF"/>
                </a:solidFill>
                <a:latin typeface="Poppins" panose="00000600000000000000"/>
                <a:ea typeface="Poppins" panose="00000600000000000000"/>
                <a:cs typeface="Poppins" panose="00000600000000000000"/>
                <a:sym typeface="Poppins" panose="00000600000000000000"/>
              </a:rPr>
              <a:t>Serverless Stock</a:t>
            </a:r>
            <a:br>
              <a:rPr lang="en-GB" sz="1400" b="0" i="0" u="none" strike="noStrike" cap="none">
                <a:solidFill>
                  <a:schemeClr val="dk1"/>
                </a:solidFill>
                <a:latin typeface="Calibri" panose="020F0502020204030204"/>
                <a:ea typeface="Calibri" panose="020F0502020204030204"/>
                <a:cs typeface="Calibri" panose="020F0502020204030204"/>
                <a:sym typeface="Calibri" panose="020F0502020204030204"/>
              </a:rPr>
            </a:br>
            <a:r>
              <a:rPr lang="en-GB" sz="3600" b="1" i="0" u="none" strike="noStrike" cap="none">
                <a:solidFill>
                  <a:srgbClr val="FFFFFF"/>
                </a:solidFill>
                <a:latin typeface="Poppins" panose="00000600000000000000"/>
                <a:ea typeface="Poppins" panose="00000600000000000000"/>
                <a:cs typeface="Poppins" panose="00000600000000000000"/>
                <a:sym typeface="Poppins" panose="00000600000000000000"/>
              </a:rPr>
              <a:t> Portfolio Tracker</a:t>
            </a:r>
            <a:endParaRPr sz="3600" b="1" i="0" u="none" strike="noStrike" cap="none">
              <a:solidFill>
                <a:srgbClr val="FFFFFF"/>
              </a:solidFill>
              <a:latin typeface="Poppins" panose="00000600000000000000"/>
              <a:ea typeface="Poppins" panose="00000600000000000000"/>
              <a:cs typeface="Poppins" panose="00000600000000000000"/>
              <a:sym typeface="Poppins" panose="0000060000000000000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37"/>
        <p:cNvGrpSpPr/>
        <p:nvPr/>
      </p:nvGrpSpPr>
      <p:grpSpPr>
        <a:xfrm>
          <a:off x="0" y="0"/>
          <a:ext cx="0" cy="0"/>
          <a:chOff x="0" y="0"/>
          <a:chExt cx="0" cy="0"/>
        </a:xfrm>
      </p:grpSpPr>
      <p:pic>
        <p:nvPicPr>
          <p:cNvPr id="138" name="Google Shape;138;p26" descr="image.png"/>
          <p:cNvPicPr preferRelativeResize="0"/>
          <p:nvPr/>
        </p:nvPicPr>
        <p:blipFill rotWithShape="1">
          <a:blip r:embed="rId3"/>
          <a:srcRect/>
          <a:stretch>
            <a:fillRect/>
          </a:stretch>
        </p:blipFill>
        <p:spPr>
          <a:xfrm>
            <a:off x="0" y="0"/>
            <a:ext cx="9144000" cy="5143500"/>
          </a:xfrm>
          <a:prstGeom prst="rect">
            <a:avLst/>
          </a:prstGeom>
          <a:noFill/>
          <a:ln>
            <a:noFill/>
          </a:ln>
        </p:spPr>
      </p:pic>
      <p:sp>
        <p:nvSpPr>
          <p:cNvPr id="139" name="Google Shape;139;p26"/>
          <p:cNvSpPr txBox="1"/>
          <p:nvPr/>
        </p:nvSpPr>
        <p:spPr>
          <a:xfrm>
            <a:off x="428625" y="2218134"/>
            <a:ext cx="2907600" cy="13854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9000"/>
              <a:buFont typeface="Arial" panose="020B0604020202020204"/>
              <a:buNone/>
            </a:pPr>
            <a:r>
              <a:rPr lang="en-GB" sz="9000" b="0" i="0" u="none" strike="noStrike" cap="none">
                <a:solidFill>
                  <a:srgbClr val="0F243E"/>
                </a:solidFill>
                <a:latin typeface="Lato" panose="020F0502020204030203"/>
                <a:ea typeface="Lato" panose="020F0502020204030203"/>
                <a:cs typeface="Lato" panose="020F0502020204030203"/>
                <a:sym typeface="Lato" panose="020F0502020204030203"/>
              </a:rPr>
              <a:t>100%</a:t>
            </a:r>
            <a:endParaRPr sz="9000" b="0" i="0" u="none" strike="noStrike" cap="none">
              <a:solidFill>
                <a:srgbClr val="0F243E"/>
              </a:solidFill>
              <a:latin typeface="Lato" panose="020F0502020204030203"/>
              <a:ea typeface="Lato" panose="020F0502020204030203"/>
              <a:cs typeface="Lato" panose="020F0502020204030203"/>
              <a:sym typeface="Lato" panose="020F0502020204030203"/>
            </a:endParaRPr>
          </a:p>
        </p:txBody>
      </p:sp>
      <p:sp>
        <p:nvSpPr>
          <p:cNvPr id="140" name="Google Shape;140;p26"/>
          <p:cNvSpPr txBox="1"/>
          <p:nvPr/>
        </p:nvSpPr>
        <p:spPr>
          <a:xfrm>
            <a:off x="428625" y="3361134"/>
            <a:ext cx="2907506" cy="314325"/>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2000"/>
              <a:buFont typeface="Arial" panose="020B0604020202020204"/>
              <a:buNone/>
            </a:pPr>
            <a:r>
              <a:rPr lang="en-GB" sz="2000" b="1" i="0" u="none" strike="noStrike" cap="none">
                <a:solidFill>
                  <a:srgbClr val="232F3E"/>
                </a:solidFill>
                <a:latin typeface="Lato" panose="020F0502020204030203"/>
                <a:ea typeface="Lato" panose="020F0502020204030203"/>
                <a:cs typeface="Lato" panose="020F0502020204030203"/>
                <a:sym typeface="Lato" panose="020F0502020204030203"/>
              </a:rPr>
              <a:t>Serverless Architecture</a:t>
            </a:r>
            <a:endParaRPr sz="2000" b="1" i="0" u="none" strike="noStrike" cap="none">
              <a:solidFill>
                <a:srgbClr val="232F3E"/>
              </a:solidFill>
              <a:latin typeface="Lato" panose="020F0502020204030203"/>
              <a:ea typeface="Lato" panose="020F0502020204030203"/>
              <a:cs typeface="Lato" panose="020F0502020204030203"/>
              <a:sym typeface="Lato" panose="020F0502020204030203"/>
            </a:endParaRPr>
          </a:p>
        </p:txBody>
      </p:sp>
      <p:sp>
        <p:nvSpPr>
          <p:cNvPr id="141" name="Google Shape;141;p26"/>
          <p:cNvSpPr txBox="1"/>
          <p:nvPr/>
        </p:nvSpPr>
        <p:spPr>
          <a:xfrm>
            <a:off x="3693319" y="1915125"/>
            <a:ext cx="5022000" cy="3267000"/>
          </a:xfrm>
          <a:prstGeom prst="rect">
            <a:avLst/>
          </a:prstGeom>
          <a:noFill/>
          <a:ln>
            <a:noFill/>
          </a:ln>
        </p:spPr>
        <p:txBody>
          <a:bodyPr spcFirstLastPara="1" wrap="square" lIns="0" tIns="0" rIns="0" bIns="0" anchor="t" anchorCtr="0">
            <a:spAutoFit/>
          </a:bodyPr>
          <a:lstStyle/>
          <a:p>
            <a:pPr marL="0" marR="0" lvl="0" indent="0" algn="l" rtl="0">
              <a:lnSpc>
                <a:spcPct val="115000"/>
              </a:lnSpc>
              <a:spcBef>
                <a:spcPts val="900"/>
              </a:spcBef>
              <a:spcAft>
                <a:spcPts val="0"/>
              </a:spcAft>
              <a:buClr>
                <a:schemeClr val="dk1"/>
              </a:buClr>
              <a:buSzPts val="800"/>
              <a:buFont typeface="Arial" panose="020B0604020202020204"/>
              <a:buNone/>
            </a:pPr>
            <a:r>
              <a:rPr lang="en-GB" sz="1500" b="0" i="0" u="none" strike="noStrike" cap="none">
                <a:solidFill>
                  <a:srgbClr val="0F243E"/>
                </a:solidFill>
                <a:latin typeface="Lato" panose="020F0502020204030203"/>
                <a:ea typeface="Lato" panose="020F0502020204030203"/>
                <a:cs typeface="Lato" panose="020F0502020204030203"/>
                <a:sym typeface="Lato" panose="020F0502020204030203"/>
              </a:rPr>
              <a:t>The </a:t>
            </a:r>
            <a:r>
              <a:rPr lang="en-GB" sz="1500" b="1" i="0" u="none" strike="noStrike" cap="none">
                <a:solidFill>
                  <a:srgbClr val="0F243E"/>
                </a:solidFill>
                <a:latin typeface="Lato" panose="020F0502020204030203"/>
                <a:ea typeface="Lato" panose="020F0502020204030203"/>
                <a:cs typeface="Lato" panose="020F0502020204030203"/>
                <a:sym typeface="Lato" panose="020F0502020204030203"/>
              </a:rPr>
              <a:t>Serverless Real-Time Stock Portfolio Tracker</a:t>
            </a:r>
            <a:r>
              <a:rPr lang="en-GB" sz="1500" b="0" i="0" u="none" strike="noStrike" cap="none">
                <a:solidFill>
                  <a:srgbClr val="0F243E"/>
                </a:solidFill>
                <a:latin typeface="Lato" panose="020F0502020204030203"/>
                <a:ea typeface="Lato" panose="020F0502020204030203"/>
                <a:cs typeface="Lato" panose="020F0502020204030203"/>
                <a:sym typeface="Lato" panose="020F0502020204030203"/>
              </a:rPr>
              <a:t> is an AWS-based web application that allows users to manage and monitor stock portfolios in real time without managing servers. It uses </a:t>
            </a:r>
            <a:r>
              <a:rPr lang="en-GB" sz="1500" b="1" i="0" u="none" strike="noStrike" cap="none">
                <a:solidFill>
                  <a:srgbClr val="0F243E"/>
                </a:solidFill>
                <a:latin typeface="Lato" panose="020F0502020204030203"/>
                <a:ea typeface="Lato" panose="020F0502020204030203"/>
                <a:cs typeface="Lato" panose="020F0502020204030203"/>
                <a:sym typeface="Lato" panose="020F0502020204030203"/>
              </a:rPr>
              <a:t>S3 and CloudFront</a:t>
            </a:r>
            <a:r>
              <a:rPr lang="en-GB" sz="1500" b="0" i="0" u="none" strike="noStrike" cap="none">
                <a:solidFill>
                  <a:srgbClr val="0F243E"/>
                </a:solidFill>
                <a:latin typeface="Lato" panose="020F0502020204030203"/>
                <a:ea typeface="Lato" panose="020F0502020204030203"/>
                <a:cs typeface="Lato" panose="020F0502020204030203"/>
                <a:sym typeface="Lato" panose="020F0502020204030203"/>
              </a:rPr>
              <a:t> for a fast and secure frontend, </a:t>
            </a:r>
            <a:r>
              <a:rPr lang="en-GB" sz="1500" b="1" i="0" u="none" strike="noStrike" cap="none">
                <a:solidFill>
                  <a:srgbClr val="0F243E"/>
                </a:solidFill>
                <a:latin typeface="Lato" panose="020F0502020204030203"/>
                <a:ea typeface="Lato" panose="020F0502020204030203"/>
                <a:cs typeface="Lato" panose="020F0502020204030203"/>
                <a:sym typeface="Lato" panose="020F0502020204030203"/>
              </a:rPr>
              <a:t>API Gateway and AWS Lambda</a:t>
            </a:r>
            <a:r>
              <a:rPr lang="en-GB" sz="1500" b="0" i="0" u="none" strike="noStrike" cap="none">
                <a:solidFill>
                  <a:srgbClr val="0F243E"/>
                </a:solidFill>
                <a:latin typeface="Lato" panose="020F0502020204030203"/>
                <a:ea typeface="Lato" panose="020F0502020204030203"/>
                <a:cs typeface="Lato" panose="020F0502020204030203"/>
                <a:sym typeface="Lato" panose="020F0502020204030203"/>
              </a:rPr>
              <a:t> for backend logic, and </a:t>
            </a:r>
            <a:r>
              <a:rPr lang="en-GB" sz="1500" b="1" i="0" u="none" strike="noStrike" cap="none">
                <a:solidFill>
                  <a:srgbClr val="0F243E"/>
                </a:solidFill>
                <a:latin typeface="Lato" panose="020F0502020204030203"/>
                <a:ea typeface="Lato" panose="020F0502020204030203"/>
                <a:cs typeface="Lato" panose="020F0502020204030203"/>
                <a:sym typeface="Lato" panose="020F0502020204030203"/>
              </a:rPr>
              <a:t>DynamoDB</a:t>
            </a:r>
            <a:r>
              <a:rPr lang="en-GB" sz="1500" b="0" i="0" u="none" strike="noStrike" cap="none">
                <a:solidFill>
                  <a:srgbClr val="0F243E"/>
                </a:solidFill>
                <a:latin typeface="Lato" panose="020F0502020204030203"/>
                <a:ea typeface="Lato" panose="020F0502020204030203"/>
                <a:cs typeface="Lato" panose="020F0502020204030203"/>
                <a:sym typeface="Lato" panose="020F0502020204030203"/>
              </a:rPr>
              <a:t> for scalable data storage. Live stock prices are fetched from external APIs, while </a:t>
            </a:r>
            <a:r>
              <a:rPr lang="en-GB" sz="1500" b="1" i="0" u="none" strike="noStrike" cap="none">
                <a:solidFill>
                  <a:srgbClr val="0F243E"/>
                </a:solidFill>
                <a:latin typeface="Lato" panose="020F0502020204030203"/>
                <a:ea typeface="Lato" panose="020F0502020204030203"/>
                <a:cs typeface="Lato" panose="020F0502020204030203"/>
                <a:sym typeface="Lato" panose="020F0502020204030203"/>
              </a:rPr>
              <a:t>Secrets Manager</a:t>
            </a:r>
            <a:r>
              <a:rPr lang="en-GB" sz="1500" b="0" i="0" u="none" strike="noStrike" cap="none">
                <a:solidFill>
                  <a:srgbClr val="0F243E"/>
                </a:solidFill>
                <a:latin typeface="Lato" panose="020F0502020204030203"/>
                <a:ea typeface="Lato" panose="020F0502020204030203"/>
                <a:cs typeface="Lato" panose="020F0502020204030203"/>
                <a:sym typeface="Lato" panose="020F0502020204030203"/>
              </a:rPr>
              <a:t> and </a:t>
            </a:r>
            <a:r>
              <a:rPr lang="en-GB" sz="1500" b="1" i="0" u="none" strike="noStrike" cap="none">
                <a:solidFill>
                  <a:srgbClr val="0F243E"/>
                </a:solidFill>
                <a:latin typeface="Lato" panose="020F0502020204030203"/>
                <a:ea typeface="Lato" panose="020F0502020204030203"/>
                <a:cs typeface="Lato" panose="020F0502020204030203"/>
                <a:sym typeface="Lato" panose="020F0502020204030203"/>
              </a:rPr>
              <a:t>IAM</a:t>
            </a:r>
            <a:r>
              <a:rPr lang="en-GB" sz="1500" b="0" i="0" u="none" strike="noStrike" cap="none">
                <a:solidFill>
                  <a:srgbClr val="0F243E"/>
                </a:solidFill>
                <a:latin typeface="Lato" panose="020F0502020204030203"/>
                <a:ea typeface="Lato" panose="020F0502020204030203"/>
                <a:cs typeface="Lato" panose="020F0502020204030203"/>
                <a:sym typeface="Lato" panose="020F0502020204030203"/>
              </a:rPr>
              <a:t> ensure security. The serverless design provides automatic scalability, low cost through pay-as-you-go pricing, and reliable performance with built-in monitoring via </a:t>
            </a:r>
            <a:r>
              <a:rPr lang="en-GB" sz="1500" b="1" i="0" u="none" strike="noStrike" cap="none">
                <a:solidFill>
                  <a:srgbClr val="0F243E"/>
                </a:solidFill>
                <a:latin typeface="Lato" panose="020F0502020204030203"/>
                <a:ea typeface="Lato" panose="020F0502020204030203"/>
                <a:cs typeface="Lato" panose="020F0502020204030203"/>
                <a:sym typeface="Lato" panose="020F0502020204030203"/>
              </a:rPr>
              <a:t>CloudWatch</a:t>
            </a:r>
            <a:r>
              <a:rPr lang="en-GB" sz="1500" b="0" i="0" u="none" strike="noStrike" cap="none">
                <a:solidFill>
                  <a:srgbClr val="0F243E"/>
                </a:solidFill>
                <a:latin typeface="Lato" panose="020F0502020204030203"/>
                <a:ea typeface="Lato" panose="020F0502020204030203"/>
                <a:cs typeface="Lato" panose="020F0502020204030203"/>
                <a:sym typeface="Lato" panose="020F0502020204030203"/>
              </a:rPr>
              <a:t>.</a:t>
            </a:r>
            <a:endParaRPr sz="1500" b="0" i="0" u="none" strike="noStrike" cap="none">
              <a:solidFill>
                <a:srgbClr val="0F243E"/>
              </a:solidFill>
              <a:latin typeface="Lato" panose="020F0502020204030203"/>
              <a:ea typeface="Lato" panose="020F0502020204030203"/>
              <a:cs typeface="Lato" panose="020F0502020204030203"/>
              <a:sym typeface="Lato" panose="020F0502020204030203"/>
            </a:endParaRPr>
          </a:p>
          <a:p>
            <a:pPr marL="0" marR="0" lvl="0" indent="0" algn="l" rtl="0">
              <a:lnSpc>
                <a:spcPct val="160000"/>
              </a:lnSpc>
              <a:spcBef>
                <a:spcPts val="900"/>
              </a:spcBef>
              <a:spcAft>
                <a:spcPts val="0"/>
              </a:spcAft>
              <a:buClr>
                <a:srgbClr val="000000"/>
              </a:buClr>
              <a:buSzPts val="1400"/>
              <a:buFont typeface="Arial" panose="020B0604020202020204"/>
              <a:buNone/>
            </a:pPr>
            <a:endParaRPr sz="1500" b="0" i="0" u="none" strike="noStrike" cap="none">
              <a:solidFill>
                <a:srgbClr val="0F243E"/>
              </a:solidFill>
              <a:latin typeface="Lato" panose="020F0502020204030203"/>
              <a:ea typeface="Lato" panose="020F0502020204030203"/>
              <a:cs typeface="Lato" panose="020F0502020204030203"/>
              <a:sym typeface="Lato" panose="020F0502020204030203"/>
            </a:endParaRPr>
          </a:p>
        </p:txBody>
      </p:sp>
      <p:sp>
        <p:nvSpPr>
          <p:cNvPr id="142" name="Google Shape;142;p26"/>
          <p:cNvSpPr txBox="1"/>
          <p:nvPr/>
        </p:nvSpPr>
        <p:spPr>
          <a:xfrm>
            <a:off x="571500" y="428625"/>
            <a:ext cx="8551069" cy="464344"/>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2500"/>
              <a:buFont typeface="Arial" panose="020B0604020202020204"/>
              <a:buNone/>
            </a:pPr>
            <a:r>
              <a:rPr lang="en-GB" sz="2500" b="1" i="0" u="none" strike="noStrike" cap="none">
                <a:solidFill>
                  <a:srgbClr val="232F3E"/>
                </a:solidFill>
                <a:latin typeface="Poppins SemiBold" panose="00000600000000000000"/>
                <a:ea typeface="Poppins SemiBold" panose="00000600000000000000"/>
                <a:cs typeface="Poppins SemiBold" panose="00000600000000000000"/>
                <a:sym typeface="Poppins SemiBold" panose="00000600000000000000"/>
              </a:rPr>
              <a:t>EXECUTIVE SUMMARY</a:t>
            </a:r>
            <a:endParaRPr sz="2500" b="1" i="0" u="none" strike="noStrike" cap="none">
              <a:solidFill>
                <a:srgbClr val="232F3E"/>
              </a:solidFill>
              <a:latin typeface="Poppins SemiBold" panose="00000600000000000000"/>
              <a:ea typeface="Poppins SemiBold" panose="00000600000000000000"/>
              <a:cs typeface="Poppins SemiBold" panose="00000600000000000000"/>
              <a:sym typeface="Poppins SemiBold" panose="0000060000000000000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46"/>
        <p:cNvGrpSpPr/>
        <p:nvPr/>
      </p:nvGrpSpPr>
      <p:grpSpPr>
        <a:xfrm>
          <a:off x="0" y="0"/>
          <a:ext cx="0" cy="0"/>
          <a:chOff x="0" y="0"/>
          <a:chExt cx="0" cy="0"/>
        </a:xfrm>
      </p:grpSpPr>
      <p:pic>
        <p:nvPicPr>
          <p:cNvPr id="147" name="Google Shape;147;p27" descr="image.png"/>
          <p:cNvPicPr preferRelativeResize="0"/>
          <p:nvPr/>
        </p:nvPicPr>
        <p:blipFill rotWithShape="1">
          <a:blip r:embed="rId3"/>
          <a:srcRect/>
          <a:stretch>
            <a:fillRect/>
          </a:stretch>
        </p:blipFill>
        <p:spPr>
          <a:xfrm>
            <a:off x="0" y="0"/>
            <a:ext cx="9144000" cy="5143500"/>
          </a:xfrm>
          <a:prstGeom prst="rect">
            <a:avLst/>
          </a:prstGeom>
          <a:noFill/>
          <a:ln>
            <a:noFill/>
          </a:ln>
        </p:spPr>
      </p:pic>
      <p:pic>
        <p:nvPicPr>
          <p:cNvPr id="148" name="Google Shape;148;p27" descr="image.png"/>
          <p:cNvPicPr preferRelativeResize="0"/>
          <p:nvPr/>
        </p:nvPicPr>
        <p:blipFill rotWithShape="1">
          <a:blip r:embed="rId4"/>
          <a:srcRect/>
          <a:stretch>
            <a:fillRect/>
          </a:stretch>
        </p:blipFill>
        <p:spPr>
          <a:xfrm>
            <a:off x="4786313" y="1518046"/>
            <a:ext cx="3929063" cy="2857500"/>
          </a:xfrm>
          <a:prstGeom prst="rect">
            <a:avLst/>
          </a:prstGeom>
          <a:noFill/>
          <a:ln>
            <a:noFill/>
          </a:ln>
        </p:spPr>
      </p:pic>
      <p:sp>
        <p:nvSpPr>
          <p:cNvPr id="149" name="Google Shape;149;p27"/>
          <p:cNvSpPr txBox="1"/>
          <p:nvPr/>
        </p:nvSpPr>
        <p:spPr>
          <a:xfrm>
            <a:off x="428150" y="1321594"/>
            <a:ext cx="8287226" cy="2344103"/>
          </a:xfrm>
          <a:prstGeom prst="rect">
            <a:avLst/>
          </a:prstGeom>
          <a:noFill/>
          <a:ln>
            <a:noFill/>
          </a:ln>
        </p:spPr>
        <p:txBody>
          <a:bodyPr spcFirstLastPara="1" wrap="square" lIns="0" tIns="0" rIns="0" bIns="0" anchor="t" anchorCtr="0">
            <a:noAutofit/>
          </a:bodyPr>
          <a:lstStyle/>
          <a:p>
            <a:pPr marL="0" marR="0" lvl="0" indent="0" algn="l" rtl="0">
              <a:lnSpc>
                <a:spcPct val="115000"/>
              </a:lnSpc>
              <a:spcBef>
                <a:spcPts val="900"/>
              </a:spcBef>
              <a:spcAft>
                <a:spcPts val="0"/>
              </a:spcAft>
              <a:buClr>
                <a:schemeClr val="dk1"/>
              </a:buClr>
              <a:buSzPts val="800"/>
              <a:buFont typeface="Arial" panose="020B0604020202020204"/>
              <a:buNone/>
            </a:pPr>
            <a:r>
              <a:rPr lang="en-GB" sz="1700" b="0" i="0" u="none" strike="noStrike" cap="none" dirty="0">
                <a:solidFill>
                  <a:srgbClr val="0F243E"/>
                </a:solidFill>
                <a:latin typeface="Lato" panose="020F0502020204030203"/>
                <a:ea typeface="Lato" panose="020F0502020204030203"/>
                <a:cs typeface="Lato" panose="020F0502020204030203"/>
                <a:sym typeface="Lato" panose="020F0502020204030203"/>
              </a:rPr>
              <a:t>The growth of digital investing has enabled more individuals, especially students and small investors, to participate in stock markets. However, many still rely on manual or fragmented tools for portfolio tracking, which often results in delayed data, errors, and limited insight into real-time performance.</a:t>
            </a:r>
            <a:endParaRPr sz="1700" b="0" i="0" u="none" strike="noStrike" cap="none" dirty="0">
              <a:solidFill>
                <a:srgbClr val="0F243E"/>
              </a:solidFill>
              <a:latin typeface="Lato" panose="020F0502020204030203"/>
              <a:ea typeface="Lato" panose="020F0502020204030203"/>
              <a:cs typeface="Lato" panose="020F0502020204030203"/>
              <a:sym typeface="Lato" panose="020F0502020204030203"/>
            </a:endParaRPr>
          </a:p>
          <a:p>
            <a:pPr marL="0" marR="0" lvl="0" indent="0" algn="l" rtl="0">
              <a:lnSpc>
                <a:spcPct val="115000"/>
              </a:lnSpc>
              <a:spcBef>
                <a:spcPts val="900"/>
              </a:spcBef>
              <a:spcAft>
                <a:spcPts val="0"/>
              </a:spcAft>
              <a:buClr>
                <a:schemeClr val="dk1"/>
              </a:buClr>
              <a:buSzPts val="800"/>
              <a:buFont typeface="Arial" panose="020B0604020202020204"/>
              <a:buNone/>
            </a:pPr>
            <a:r>
              <a:rPr lang="en-GB" sz="1700" b="0" i="0" u="none" strike="noStrike" cap="none" dirty="0">
                <a:solidFill>
                  <a:srgbClr val="0F243E"/>
                </a:solidFill>
                <a:latin typeface="Lato" panose="020F0502020204030203"/>
                <a:ea typeface="Lato" panose="020F0502020204030203"/>
                <a:cs typeface="Lato" panose="020F0502020204030203"/>
                <a:sym typeface="Lato" panose="020F0502020204030203"/>
              </a:rPr>
              <a:t>The </a:t>
            </a:r>
            <a:r>
              <a:rPr lang="en-GB" sz="1700" b="1" i="0" u="none" strike="noStrike" cap="none" dirty="0">
                <a:solidFill>
                  <a:srgbClr val="0F243E"/>
                </a:solidFill>
                <a:latin typeface="Lato" panose="020F0502020204030203"/>
                <a:ea typeface="Lato" panose="020F0502020204030203"/>
                <a:cs typeface="Lato" panose="020F0502020204030203"/>
                <a:sym typeface="Lato" panose="020F0502020204030203"/>
              </a:rPr>
              <a:t>Serverless Real-Time Stock Portfolio Tracker</a:t>
            </a:r>
            <a:r>
              <a:rPr lang="en-GB" sz="1700" b="0" i="0" u="none" strike="noStrike" cap="none" dirty="0">
                <a:solidFill>
                  <a:srgbClr val="0F243E"/>
                </a:solidFill>
                <a:latin typeface="Lato" panose="020F0502020204030203"/>
                <a:ea typeface="Lato" panose="020F0502020204030203"/>
                <a:cs typeface="Lato" panose="020F0502020204030203"/>
                <a:sym typeface="Lato" panose="020F0502020204030203"/>
              </a:rPr>
              <a:t> solves this problem using a modern </a:t>
            </a:r>
            <a:r>
              <a:rPr lang="en-GB" sz="1700" b="1" i="0" u="none" strike="noStrike" cap="none" dirty="0">
                <a:solidFill>
                  <a:srgbClr val="0F243E"/>
                </a:solidFill>
                <a:latin typeface="Lato" panose="020F0502020204030203"/>
                <a:ea typeface="Lato" panose="020F0502020204030203"/>
                <a:cs typeface="Lato" panose="020F0502020204030203"/>
                <a:sym typeface="Lato" panose="020F0502020204030203"/>
              </a:rPr>
              <a:t>AWS serverless architecture</a:t>
            </a:r>
            <a:r>
              <a:rPr lang="en-GB" sz="1700" b="0" i="0" u="none" strike="noStrike" cap="none" dirty="0">
                <a:solidFill>
                  <a:srgbClr val="0F243E"/>
                </a:solidFill>
                <a:latin typeface="Lato" panose="020F0502020204030203"/>
                <a:ea typeface="Lato" panose="020F0502020204030203"/>
                <a:cs typeface="Lato" panose="020F0502020204030203"/>
                <a:sym typeface="Lato" panose="020F0502020204030203"/>
              </a:rPr>
              <a:t>. By leveraging services such as </a:t>
            </a:r>
            <a:r>
              <a:rPr lang="en-GB" sz="1700" b="1" i="0" u="none" strike="noStrike" cap="none" dirty="0">
                <a:solidFill>
                  <a:srgbClr val="0F243E"/>
                </a:solidFill>
                <a:latin typeface="Lato" panose="020F0502020204030203"/>
                <a:ea typeface="Lato" panose="020F0502020204030203"/>
                <a:cs typeface="Lato" panose="020F0502020204030203"/>
                <a:sym typeface="Lato" panose="020F0502020204030203"/>
              </a:rPr>
              <a:t>Lambda, API Gateway, and DynamoDB</a:t>
            </a:r>
            <a:r>
              <a:rPr lang="en-GB" sz="1700" b="0" i="0" u="none" strike="noStrike" cap="none" dirty="0">
                <a:solidFill>
                  <a:srgbClr val="0F243E"/>
                </a:solidFill>
                <a:latin typeface="Lato" panose="020F0502020204030203"/>
                <a:ea typeface="Lato" panose="020F0502020204030203"/>
                <a:cs typeface="Lato" panose="020F0502020204030203"/>
                <a:sym typeface="Lato" panose="020F0502020204030203"/>
              </a:rPr>
              <a:t>, it provides a scalable, secure, and cost-efficient platform that delivers real-time portfolio insights while eliminating the need for server management.</a:t>
            </a:r>
            <a:endParaRPr sz="1700" b="0" i="0" u="none" strike="noStrike" cap="none" dirty="0">
              <a:solidFill>
                <a:srgbClr val="0F243E"/>
              </a:solidFill>
              <a:latin typeface="Lato" panose="020F0502020204030203"/>
              <a:ea typeface="Lato" panose="020F0502020204030203"/>
              <a:cs typeface="Lato" panose="020F0502020204030203"/>
              <a:sym typeface="Lato" panose="020F0502020204030203"/>
            </a:endParaRPr>
          </a:p>
          <a:p>
            <a:pPr marL="0" marR="0" lvl="0" indent="0" algn="l" rtl="0">
              <a:lnSpc>
                <a:spcPct val="160000"/>
              </a:lnSpc>
              <a:spcBef>
                <a:spcPts val="900"/>
              </a:spcBef>
              <a:spcAft>
                <a:spcPts val="0"/>
              </a:spcAft>
              <a:buClr>
                <a:srgbClr val="000000"/>
              </a:buClr>
              <a:buSzPts val="1200"/>
              <a:buFont typeface="Arial" panose="020B0604020202020204"/>
              <a:buNone/>
            </a:pPr>
            <a:endParaRPr sz="1700" b="0" i="0" u="none" strike="noStrike" cap="none" dirty="0">
              <a:solidFill>
                <a:srgbClr val="0F243E"/>
              </a:solidFill>
              <a:latin typeface="Lato" panose="020F0502020204030203"/>
              <a:ea typeface="Lato" panose="020F0502020204030203"/>
              <a:cs typeface="Lato" panose="020F0502020204030203"/>
              <a:sym typeface="Lato" panose="020F0502020204030203"/>
            </a:endParaRPr>
          </a:p>
        </p:txBody>
      </p:sp>
      <p:sp>
        <p:nvSpPr>
          <p:cNvPr id="150" name="Google Shape;150;p27"/>
          <p:cNvSpPr txBox="1"/>
          <p:nvPr/>
        </p:nvSpPr>
        <p:spPr>
          <a:xfrm>
            <a:off x="571500" y="428625"/>
            <a:ext cx="8551069" cy="464344"/>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2500"/>
              <a:buFont typeface="Arial" panose="020B0604020202020204"/>
              <a:buNone/>
            </a:pPr>
            <a:r>
              <a:rPr lang="en-GB" sz="2500" b="1" i="0" u="none" strike="noStrike" cap="none">
                <a:solidFill>
                  <a:srgbClr val="232F3E"/>
                </a:solidFill>
                <a:latin typeface="Poppins SemiBold" panose="00000600000000000000"/>
                <a:ea typeface="Poppins SemiBold" panose="00000600000000000000"/>
                <a:cs typeface="Poppins SemiBold" panose="00000600000000000000"/>
                <a:sym typeface="Poppins SemiBold" panose="00000600000000000000"/>
              </a:rPr>
              <a:t>INTRODUCTION &amp; MARKET CONTEXT</a:t>
            </a:r>
            <a:endParaRPr sz="2500" b="1" i="0" u="none" strike="noStrike" cap="none">
              <a:solidFill>
                <a:srgbClr val="232F3E"/>
              </a:solidFill>
              <a:latin typeface="Poppins SemiBold" panose="00000600000000000000"/>
              <a:ea typeface="Poppins SemiBold" panose="00000600000000000000"/>
              <a:cs typeface="Poppins SemiBold" panose="00000600000000000000"/>
              <a:sym typeface="Poppins SemiBold" panose="0000060000000000000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54"/>
        <p:cNvGrpSpPr/>
        <p:nvPr/>
      </p:nvGrpSpPr>
      <p:grpSpPr>
        <a:xfrm>
          <a:off x="0" y="0"/>
          <a:ext cx="0" cy="0"/>
          <a:chOff x="0" y="0"/>
          <a:chExt cx="0" cy="0"/>
        </a:xfrm>
      </p:grpSpPr>
      <p:pic>
        <p:nvPicPr>
          <p:cNvPr id="155" name="Google Shape;155;p28" descr="image.png"/>
          <p:cNvPicPr preferRelativeResize="0"/>
          <p:nvPr/>
        </p:nvPicPr>
        <p:blipFill rotWithShape="1">
          <a:blip r:embed="rId3"/>
          <a:srcRect/>
          <a:stretch>
            <a:fillRect/>
          </a:stretch>
        </p:blipFill>
        <p:spPr>
          <a:xfrm>
            <a:off x="0" y="0"/>
            <a:ext cx="9144000" cy="5143500"/>
          </a:xfrm>
          <a:prstGeom prst="rect">
            <a:avLst/>
          </a:prstGeom>
          <a:noFill/>
          <a:ln>
            <a:noFill/>
          </a:ln>
        </p:spPr>
      </p:pic>
      <p:sp>
        <p:nvSpPr>
          <p:cNvPr id="156" name="Google Shape;156;p28"/>
          <p:cNvSpPr txBox="1"/>
          <p:nvPr/>
        </p:nvSpPr>
        <p:spPr>
          <a:xfrm>
            <a:off x="785813" y="1513041"/>
            <a:ext cx="7929600" cy="6003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Clr>
                <a:srgbClr val="000000"/>
              </a:buClr>
              <a:buSzPts val="1200"/>
              <a:buFont typeface="Arial" panose="020B0604020202020204"/>
              <a:buNone/>
            </a:pPr>
            <a:r>
              <a:rPr lang="en-GB" sz="1500" b="1" i="0" u="none" strike="noStrike" cap="none">
                <a:solidFill>
                  <a:srgbClr val="475569"/>
                </a:solidFill>
                <a:latin typeface="Lato" panose="020F0502020204030203"/>
                <a:ea typeface="Lato" panose="020F0502020204030203"/>
                <a:cs typeface="Lato" panose="020F0502020204030203"/>
                <a:sym typeface="Lato" panose="020F0502020204030203"/>
              </a:rPr>
              <a:t>Fragmentation:</a:t>
            </a:r>
            <a:r>
              <a:rPr lang="en-GB" sz="1500" b="0" i="0" u="none" strike="noStrike" cap="none">
                <a:solidFill>
                  <a:srgbClr val="475569"/>
                </a:solidFill>
                <a:latin typeface="Lato" panose="020F0502020204030203"/>
                <a:ea typeface="Lato" panose="020F0502020204030203"/>
                <a:cs typeface="Lato" panose="020F0502020204030203"/>
                <a:sym typeface="Lato" panose="020F0502020204030203"/>
              </a:rPr>
              <a:t> Investors often use multiple trading platforms, resulting in scattered data and no single, unified view of portfolio performance.</a:t>
            </a:r>
            <a:endParaRPr sz="1500" b="0" i="0" u="none" strike="noStrike" cap="none">
              <a:solidFill>
                <a:srgbClr val="475569"/>
              </a:solidFill>
              <a:latin typeface="Lato" panose="020F0502020204030203"/>
              <a:ea typeface="Lato" panose="020F0502020204030203"/>
              <a:cs typeface="Lato" panose="020F0502020204030203"/>
              <a:sym typeface="Lato" panose="020F0502020204030203"/>
            </a:endParaRPr>
          </a:p>
        </p:txBody>
      </p:sp>
      <p:sp>
        <p:nvSpPr>
          <p:cNvPr id="157" name="Google Shape;157;p28"/>
          <p:cNvSpPr txBox="1"/>
          <p:nvPr/>
        </p:nvSpPr>
        <p:spPr>
          <a:xfrm>
            <a:off x="785813" y="2217514"/>
            <a:ext cx="7929600" cy="6003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Clr>
                <a:srgbClr val="000000"/>
              </a:buClr>
              <a:buSzPts val="1200"/>
              <a:buFont typeface="Arial" panose="020B0604020202020204"/>
              <a:buNone/>
            </a:pPr>
            <a:r>
              <a:rPr lang="en-GB" sz="1500" b="1" i="0" u="none" strike="noStrike" cap="none">
                <a:solidFill>
                  <a:srgbClr val="475569"/>
                </a:solidFill>
                <a:latin typeface="Lato" panose="020F0502020204030203"/>
                <a:ea typeface="Lato" panose="020F0502020204030203"/>
                <a:cs typeface="Lato" panose="020F0502020204030203"/>
                <a:sym typeface="Lato" panose="020F0502020204030203"/>
              </a:rPr>
              <a:t>Manual Calculations:</a:t>
            </a:r>
            <a:r>
              <a:rPr lang="en-GB" sz="1500" b="0" i="0" u="none" strike="noStrike" cap="none">
                <a:solidFill>
                  <a:srgbClr val="475569"/>
                </a:solidFill>
                <a:latin typeface="Lato" panose="020F0502020204030203"/>
                <a:ea typeface="Lato" panose="020F0502020204030203"/>
                <a:cs typeface="Lato" panose="020F0502020204030203"/>
                <a:sym typeface="Lato" panose="020F0502020204030203"/>
              </a:rPr>
              <a:t> Reliance on spreadsheets or manual records makes portfolio management time-consuming and susceptible to human errors.</a:t>
            </a:r>
            <a:endParaRPr sz="1500" b="0" i="0" u="none" strike="noStrike" cap="none">
              <a:solidFill>
                <a:srgbClr val="475569"/>
              </a:solidFill>
              <a:latin typeface="Lato" panose="020F0502020204030203"/>
              <a:ea typeface="Lato" panose="020F0502020204030203"/>
              <a:cs typeface="Lato" panose="020F0502020204030203"/>
              <a:sym typeface="Lato" panose="020F0502020204030203"/>
            </a:endParaRPr>
          </a:p>
        </p:txBody>
      </p:sp>
      <p:sp>
        <p:nvSpPr>
          <p:cNvPr id="158" name="Google Shape;158;p28"/>
          <p:cNvSpPr txBox="1"/>
          <p:nvPr/>
        </p:nvSpPr>
        <p:spPr>
          <a:xfrm>
            <a:off x="785813" y="2825341"/>
            <a:ext cx="7929600" cy="6003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Clr>
                <a:srgbClr val="000000"/>
              </a:buClr>
              <a:buSzPts val="1200"/>
              <a:buFont typeface="Arial" panose="020B0604020202020204"/>
              <a:buNone/>
            </a:pPr>
            <a:r>
              <a:rPr lang="en-GB" sz="1500" b="1" i="0" u="none" strike="noStrike" cap="none">
                <a:solidFill>
                  <a:srgbClr val="475569"/>
                </a:solidFill>
                <a:latin typeface="Lato" panose="020F0502020204030203"/>
                <a:ea typeface="Lato" panose="020F0502020204030203"/>
                <a:cs typeface="Lato" panose="020F0502020204030203"/>
                <a:sym typeface="Lato" panose="020F0502020204030203"/>
              </a:rPr>
              <a:t>Latency:</a:t>
            </a:r>
            <a:r>
              <a:rPr lang="en-GB" sz="1500" b="0" i="0" u="none" strike="noStrike" cap="none">
                <a:solidFill>
                  <a:srgbClr val="475569"/>
                </a:solidFill>
                <a:latin typeface="Lato" panose="020F0502020204030203"/>
                <a:ea typeface="Lato" panose="020F0502020204030203"/>
                <a:cs typeface="Lato" panose="020F0502020204030203"/>
                <a:sym typeface="Lato" panose="020F0502020204030203"/>
              </a:rPr>
              <a:t> In stock tracking systems, high latency causes delayed price updates, reducing accuracy and timely decision-making.</a:t>
            </a:r>
            <a:endParaRPr sz="1500" b="0" i="0" u="none" strike="noStrike" cap="none">
              <a:solidFill>
                <a:srgbClr val="475569"/>
              </a:solidFill>
              <a:latin typeface="Lato" panose="020F0502020204030203"/>
              <a:ea typeface="Lato" panose="020F0502020204030203"/>
              <a:cs typeface="Lato" panose="020F0502020204030203"/>
              <a:sym typeface="Lato" panose="020F0502020204030203"/>
            </a:endParaRPr>
          </a:p>
        </p:txBody>
      </p:sp>
      <p:sp>
        <p:nvSpPr>
          <p:cNvPr id="159" name="Google Shape;159;p28"/>
          <p:cNvSpPr txBox="1"/>
          <p:nvPr/>
        </p:nvSpPr>
        <p:spPr>
          <a:xfrm>
            <a:off x="785813" y="3433911"/>
            <a:ext cx="7929600" cy="6003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Clr>
                <a:srgbClr val="000000"/>
              </a:buClr>
              <a:buSzPts val="1200"/>
              <a:buFont typeface="Arial" panose="020B0604020202020204"/>
              <a:buNone/>
            </a:pPr>
            <a:r>
              <a:rPr lang="en-GB" sz="1500" b="1" i="0" u="none" strike="noStrike" cap="none">
                <a:solidFill>
                  <a:srgbClr val="475569"/>
                </a:solidFill>
                <a:latin typeface="Lato" panose="020F0502020204030203"/>
                <a:ea typeface="Lato" panose="020F0502020204030203"/>
                <a:cs typeface="Lato" panose="020F0502020204030203"/>
                <a:sym typeface="Lato" panose="020F0502020204030203"/>
              </a:rPr>
              <a:t>Security:</a:t>
            </a:r>
            <a:r>
              <a:rPr lang="en-GB" sz="1500" b="0" i="0" u="none" strike="noStrike" cap="none">
                <a:solidFill>
                  <a:srgbClr val="475569"/>
                </a:solidFill>
                <a:latin typeface="Lato" panose="020F0502020204030203"/>
                <a:ea typeface="Lato" panose="020F0502020204030203"/>
                <a:cs typeface="Lato" panose="020F0502020204030203"/>
                <a:sym typeface="Lato" panose="020F0502020204030203"/>
              </a:rPr>
              <a:t> Insufficient security controls in basic tools expose sensitive financial data to potential breaches.</a:t>
            </a:r>
            <a:endParaRPr sz="1500" b="0" i="0" u="none" strike="noStrike" cap="none">
              <a:solidFill>
                <a:srgbClr val="475569"/>
              </a:solidFill>
              <a:latin typeface="Lato" panose="020F0502020204030203"/>
              <a:ea typeface="Lato" panose="020F0502020204030203"/>
              <a:cs typeface="Lato" panose="020F0502020204030203"/>
              <a:sym typeface="Lato" panose="020F0502020204030203"/>
            </a:endParaRPr>
          </a:p>
        </p:txBody>
      </p:sp>
      <p:sp>
        <p:nvSpPr>
          <p:cNvPr id="160" name="Google Shape;160;p28"/>
          <p:cNvSpPr txBox="1"/>
          <p:nvPr/>
        </p:nvSpPr>
        <p:spPr>
          <a:xfrm>
            <a:off x="571500" y="428625"/>
            <a:ext cx="8551069" cy="464344"/>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2500"/>
              <a:buFont typeface="Arial" panose="020B0604020202020204"/>
              <a:buNone/>
            </a:pPr>
            <a:r>
              <a:rPr lang="en-GB" sz="2500" b="1" i="0" u="none" strike="noStrike" cap="none">
                <a:solidFill>
                  <a:srgbClr val="232F3E"/>
                </a:solidFill>
                <a:latin typeface="Poppins SemiBold" panose="00000600000000000000"/>
                <a:ea typeface="Poppins SemiBold" panose="00000600000000000000"/>
                <a:cs typeface="Poppins SemiBold" panose="00000600000000000000"/>
                <a:sym typeface="Poppins SemiBold" panose="00000600000000000000"/>
              </a:rPr>
              <a:t>THE PROBLEM DEFINITION</a:t>
            </a:r>
            <a:endParaRPr sz="2500" b="1" i="0" u="none" strike="noStrike" cap="none">
              <a:solidFill>
                <a:srgbClr val="232F3E"/>
              </a:solidFill>
              <a:latin typeface="Poppins SemiBold" panose="00000600000000000000"/>
              <a:ea typeface="Poppins SemiBold" panose="00000600000000000000"/>
              <a:cs typeface="Poppins SemiBold" panose="00000600000000000000"/>
              <a:sym typeface="Poppins SemiBold" panose="0000060000000000000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64"/>
        <p:cNvGrpSpPr/>
        <p:nvPr/>
      </p:nvGrpSpPr>
      <p:grpSpPr>
        <a:xfrm>
          <a:off x="0" y="0"/>
          <a:ext cx="0" cy="0"/>
          <a:chOff x="0" y="0"/>
          <a:chExt cx="0" cy="0"/>
        </a:xfrm>
      </p:grpSpPr>
      <p:pic>
        <p:nvPicPr>
          <p:cNvPr id="165" name="Google Shape;165;p29" descr="image.png"/>
          <p:cNvPicPr preferRelativeResize="0"/>
          <p:nvPr/>
        </p:nvPicPr>
        <p:blipFill rotWithShape="1">
          <a:blip r:embed="rId3"/>
          <a:srcRect/>
          <a:stretch>
            <a:fillRect/>
          </a:stretch>
        </p:blipFill>
        <p:spPr>
          <a:xfrm>
            <a:off x="0" y="0"/>
            <a:ext cx="9144000" cy="5143500"/>
          </a:xfrm>
          <a:prstGeom prst="rect">
            <a:avLst/>
          </a:prstGeom>
          <a:noFill/>
          <a:ln>
            <a:noFill/>
          </a:ln>
        </p:spPr>
      </p:pic>
      <p:pic>
        <p:nvPicPr>
          <p:cNvPr id="166" name="Google Shape;166;p29" descr="image.png"/>
          <p:cNvPicPr preferRelativeResize="0"/>
          <p:nvPr/>
        </p:nvPicPr>
        <p:blipFill rotWithShape="1">
          <a:blip r:embed="rId4"/>
          <a:srcRect/>
          <a:stretch>
            <a:fillRect/>
          </a:stretch>
        </p:blipFill>
        <p:spPr>
          <a:xfrm>
            <a:off x="1559681" y="1915418"/>
            <a:ext cx="357188" cy="357188"/>
          </a:xfrm>
          <a:prstGeom prst="rect">
            <a:avLst/>
          </a:prstGeom>
          <a:noFill/>
          <a:ln>
            <a:noFill/>
          </a:ln>
        </p:spPr>
      </p:pic>
      <p:sp>
        <p:nvSpPr>
          <p:cNvPr id="167" name="Google Shape;167;p29"/>
          <p:cNvSpPr txBox="1"/>
          <p:nvPr/>
        </p:nvSpPr>
        <p:spPr>
          <a:xfrm>
            <a:off x="663177" y="2415474"/>
            <a:ext cx="2150400" cy="277200"/>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Clr>
                <a:srgbClr val="000000"/>
              </a:buClr>
              <a:buSzPts val="1800"/>
              <a:buFont typeface="Arial" panose="020B0604020202020204"/>
              <a:buNone/>
            </a:pPr>
            <a:r>
              <a:rPr lang="en-GB" sz="1800" b="1" i="0" u="none" strike="noStrike" cap="none">
                <a:solidFill>
                  <a:srgbClr val="0F243E"/>
                </a:solidFill>
                <a:latin typeface="Poppins" panose="00000600000000000000"/>
                <a:ea typeface="Poppins" panose="00000600000000000000"/>
                <a:cs typeface="Poppins" panose="00000600000000000000"/>
                <a:sym typeface="Poppins" panose="00000600000000000000"/>
              </a:rPr>
              <a:t>Main Aim</a:t>
            </a:r>
            <a:endParaRPr sz="1800" b="1" i="0" u="none" strike="noStrike" cap="none">
              <a:solidFill>
                <a:srgbClr val="0F243E"/>
              </a:solidFill>
              <a:latin typeface="Poppins" panose="00000600000000000000"/>
              <a:ea typeface="Poppins" panose="00000600000000000000"/>
              <a:cs typeface="Poppins" panose="00000600000000000000"/>
              <a:sym typeface="Poppins" panose="00000600000000000000"/>
            </a:endParaRPr>
          </a:p>
        </p:txBody>
      </p:sp>
      <p:sp>
        <p:nvSpPr>
          <p:cNvPr id="168" name="Google Shape;168;p29"/>
          <p:cNvSpPr txBox="1"/>
          <p:nvPr/>
        </p:nvSpPr>
        <p:spPr>
          <a:xfrm>
            <a:off x="571500" y="2901250"/>
            <a:ext cx="2374500" cy="1662300"/>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Clr>
                <a:srgbClr val="000000"/>
              </a:buClr>
              <a:buSzPts val="800"/>
              <a:buFont typeface="Arial" panose="020B0604020202020204"/>
              <a:buNone/>
            </a:pPr>
            <a:r>
              <a:rPr lang="en-GB" sz="1200" b="0" i="0" u="none" strike="noStrike" cap="none">
                <a:solidFill>
                  <a:srgbClr val="0F243E"/>
                </a:solidFill>
                <a:latin typeface="Lato" panose="020F0502020204030203"/>
                <a:ea typeface="Lato" panose="020F0502020204030203"/>
                <a:cs typeface="Lato" panose="020F0502020204030203"/>
                <a:sym typeface="Lato" panose="020F0502020204030203"/>
              </a:rPr>
              <a:t>To develop a </a:t>
            </a:r>
            <a:r>
              <a:rPr lang="en-GB" sz="1200" b="1" i="0" u="none" strike="noStrike" cap="none">
                <a:solidFill>
                  <a:srgbClr val="0F243E"/>
                </a:solidFill>
                <a:latin typeface="Lato" panose="020F0502020204030203"/>
                <a:ea typeface="Lato" panose="020F0502020204030203"/>
                <a:cs typeface="Lato" panose="020F0502020204030203"/>
                <a:sym typeface="Lato" panose="020F0502020204030203"/>
              </a:rPr>
              <a:t>serverless, cloud-based stock portfolio tracking system</a:t>
            </a:r>
            <a:r>
              <a:rPr lang="en-GB" sz="1200" b="0" i="0" u="none" strike="noStrike" cap="none">
                <a:solidFill>
                  <a:srgbClr val="0F243E"/>
                </a:solidFill>
                <a:latin typeface="Lato" panose="020F0502020204030203"/>
                <a:ea typeface="Lato" panose="020F0502020204030203"/>
                <a:cs typeface="Lato" panose="020F0502020204030203"/>
                <a:sym typeface="Lato" panose="020F0502020204030203"/>
              </a:rPr>
              <a:t> on AWS that allows real-time monitoring of investments, combining ease of use with scalability and cost efficiency.</a:t>
            </a:r>
            <a:endParaRPr sz="1200" b="0" i="0" u="none" strike="noStrike" cap="none">
              <a:solidFill>
                <a:srgbClr val="0F243E"/>
              </a:solidFill>
              <a:latin typeface="Lato" panose="020F0502020204030203"/>
              <a:ea typeface="Lato" panose="020F0502020204030203"/>
              <a:cs typeface="Lato" panose="020F0502020204030203"/>
              <a:sym typeface="Lato" panose="020F0502020204030203"/>
            </a:endParaRPr>
          </a:p>
        </p:txBody>
      </p:sp>
      <p:pic>
        <p:nvPicPr>
          <p:cNvPr id="169" name="Google Shape;169;p29" descr="image.png"/>
          <p:cNvPicPr preferRelativeResize="0"/>
          <p:nvPr/>
        </p:nvPicPr>
        <p:blipFill rotWithShape="1">
          <a:blip r:embed="rId5"/>
          <a:srcRect/>
          <a:stretch>
            <a:fillRect/>
          </a:stretch>
        </p:blipFill>
        <p:spPr>
          <a:xfrm>
            <a:off x="4346972" y="1915418"/>
            <a:ext cx="450056" cy="357188"/>
          </a:xfrm>
          <a:prstGeom prst="rect">
            <a:avLst/>
          </a:prstGeom>
          <a:noFill/>
          <a:ln>
            <a:noFill/>
          </a:ln>
        </p:spPr>
      </p:pic>
      <p:sp>
        <p:nvSpPr>
          <p:cNvPr id="170" name="Google Shape;170;p29"/>
          <p:cNvSpPr txBox="1"/>
          <p:nvPr/>
        </p:nvSpPr>
        <p:spPr>
          <a:xfrm>
            <a:off x="3496901" y="2451199"/>
            <a:ext cx="2150400" cy="277200"/>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Clr>
                <a:srgbClr val="000000"/>
              </a:buClr>
              <a:buSzPts val="1800"/>
              <a:buFont typeface="Arial" panose="020B0604020202020204"/>
              <a:buNone/>
            </a:pPr>
            <a:r>
              <a:rPr lang="en-GB" sz="1800" b="1" i="0" u="none" strike="noStrike" cap="none">
                <a:solidFill>
                  <a:srgbClr val="0F243E"/>
                </a:solidFill>
                <a:latin typeface="Poppins" panose="00000600000000000000"/>
                <a:ea typeface="Poppins" panose="00000600000000000000"/>
                <a:cs typeface="Poppins" panose="00000600000000000000"/>
                <a:sym typeface="Poppins" panose="00000600000000000000"/>
              </a:rPr>
              <a:t>Cloud Logic</a:t>
            </a:r>
            <a:endParaRPr sz="1800" b="1" i="0" u="none" strike="noStrike" cap="none">
              <a:solidFill>
                <a:srgbClr val="0F243E"/>
              </a:solidFill>
              <a:latin typeface="Poppins" panose="00000600000000000000"/>
              <a:ea typeface="Poppins" panose="00000600000000000000"/>
              <a:cs typeface="Poppins" panose="00000600000000000000"/>
              <a:sym typeface="Poppins" panose="00000600000000000000"/>
            </a:endParaRPr>
          </a:p>
        </p:txBody>
      </p:sp>
      <p:sp>
        <p:nvSpPr>
          <p:cNvPr id="171" name="Google Shape;171;p29"/>
          <p:cNvSpPr txBox="1"/>
          <p:nvPr/>
        </p:nvSpPr>
        <p:spPr>
          <a:xfrm>
            <a:off x="3445900" y="2901250"/>
            <a:ext cx="2150400" cy="1957800"/>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Clr>
                <a:srgbClr val="000000"/>
              </a:buClr>
              <a:buSzPts val="800"/>
              <a:buFont typeface="Arial" panose="020B0604020202020204"/>
              <a:buNone/>
            </a:pPr>
            <a:r>
              <a:rPr lang="en-GB" sz="1200" b="0" i="0" u="none" strike="noStrike" cap="none">
                <a:solidFill>
                  <a:srgbClr val="0F243E"/>
                </a:solidFill>
                <a:latin typeface="Lato" panose="020F0502020204030203"/>
                <a:ea typeface="Lato" panose="020F0502020204030203"/>
                <a:cs typeface="Lato" panose="020F0502020204030203"/>
                <a:sym typeface="Lato" panose="020F0502020204030203"/>
              </a:rPr>
              <a:t>Leverage </a:t>
            </a:r>
            <a:r>
              <a:rPr lang="en-GB" sz="1200" b="1" i="0" u="none" strike="noStrike" cap="none">
                <a:solidFill>
                  <a:srgbClr val="0F243E"/>
                </a:solidFill>
                <a:latin typeface="Lato" panose="020F0502020204030203"/>
                <a:ea typeface="Lato" panose="020F0502020204030203"/>
                <a:cs typeface="Lato" panose="020F0502020204030203"/>
                <a:sym typeface="Lato" panose="020F0502020204030203"/>
              </a:rPr>
              <a:t>AWS serverless services</a:t>
            </a:r>
            <a:r>
              <a:rPr lang="en-GB" sz="1200" b="0" i="0" u="none" strike="noStrike" cap="none">
                <a:solidFill>
                  <a:srgbClr val="0F243E"/>
                </a:solidFill>
                <a:latin typeface="Lato" panose="020F0502020204030203"/>
                <a:ea typeface="Lato" panose="020F0502020204030203"/>
                <a:cs typeface="Lato" panose="020F0502020204030203"/>
                <a:sym typeface="Lato" panose="020F0502020204030203"/>
              </a:rPr>
              <a:t> such as Lambda, API Gateway, and DynamoDB to handle all backend operations automatically, ensuring seamless execution of business logic without managing servers.</a:t>
            </a:r>
            <a:endParaRPr sz="1200" b="0" i="0" u="none" strike="noStrike" cap="none">
              <a:solidFill>
                <a:srgbClr val="0F243E"/>
              </a:solidFill>
              <a:latin typeface="Lato" panose="020F0502020204030203"/>
              <a:ea typeface="Lato" panose="020F0502020204030203"/>
              <a:cs typeface="Lato" panose="020F0502020204030203"/>
              <a:sym typeface="Lato" panose="020F0502020204030203"/>
            </a:endParaRPr>
          </a:p>
        </p:txBody>
      </p:sp>
      <p:pic>
        <p:nvPicPr>
          <p:cNvPr id="172" name="Google Shape;172;p29" descr="image.png"/>
          <p:cNvPicPr preferRelativeResize="0"/>
          <p:nvPr/>
        </p:nvPicPr>
        <p:blipFill rotWithShape="1">
          <a:blip r:embed="rId6"/>
          <a:srcRect/>
          <a:stretch>
            <a:fillRect/>
          </a:stretch>
        </p:blipFill>
        <p:spPr>
          <a:xfrm>
            <a:off x="7248562" y="1915418"/>
            <a:ext cx="314325" cy="357188"/>
          </a:xfrm>
          <a:prstGeom prst="rect">
            <a:avLst/>
          </a:prstGeom>
          <a:noFill/>
          <a:ln>
            <a:noFill/>
          </a:ln>
        </p:spPr>
      </p:pic>
      <p:sp>
        <p:nvSpPr>
          <p:cNvPr id="173" name="Google Shape;173;p29"/>
          <p:cNvSpPr txBox="1"/>
          <p:nvPr/>
        </p:nvSpPr>
        <p:spPr>
          <a:xfrm>
            <a:off x="6330626" y="2451199"/>
            <a:ext cx="2150400" cy="277200"/>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Clr>
                <a:srgbClr val="000000"/>
              </a:buClr>
              <a:buSzPts val="1800"/>
              <a:buFont typeface="Arial" panose="020B0604020202020204"/>
              <a:buNone/>
            </a:pPr>
            <a:r>
              <a:rPr lang="en-GB" sz="1800" b="1" i="0" u="none" strike="noStrike" cap="none">
                <a:solidFill>
                  <a:srgbClr val="232F3E"/>
                </a:solidFill>
                <a:latin typeface="Poppins" panose="00000600000000000000"/>
                <a:ea typeface="Poppins" panose="00000600000000000000"/>
                <a:cs typeface="Poppins" panose="00000600000000000000"/>
                <a:sym typeface="Poppins" panose="00000600000000000000"/>
              </a:rPr>
              <a:t>Data Integrity</a:t>
            </a:r>
            <a:endParaRPr sz="1800" b="1" i="0" u="none" strike="noStrike" cap="none">
              <a:solidFill>
                <a:srgbClr val="232F3E"/>
              </a:solidFill>
              <a:latin typeface="Poppins" panose="00000600000000000000"/>
              <a:ea typeface="Poppins" panose="00000600000000000000"/>
              <a:cs typeface="Poppins" panose="00000600000000000000"/>
              <a:sym typeface="Poppins" panose="00000600000000000000"/>
            </a:endParaRPr>
          </a:p>
        </p:txBody>
      </p:sp>
      <p:sp>
        <p:nvSpPr>
          <p:cNvPr id="174" name="Google Shape;174;p29"/>
          <p:cNvSpPr txBox="1"/>
          <p:nvPr/>
        </p:nvSpPr>
        <p:spPr>
          <a:xfrm>
            <a:off x="6096075" y="2901250"/>
            <a:ext cx="2535600" cy="1957800"/>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Clr>
                <a:srgbClr val="000000"/>
              </a:buClr>
              <a:buSzPts val="800"/>
              <a:buFont typeface="Arial" panose="020B0604020202020204"/>
              <a:buNone/>
            </a:pPr>
            <a:r>
              <a:rPr lang="en-GB" sz="1200" b="0" i="0" u="none" strike="noStrike" cap="none">
                <a:solidFill>
                  <a:srgbClr val="0F243E"/>
                </a:solidFill>
                <a:latin typeface="Lato" panose="020F0502020204030203"/>
                <a:ea typeface="Lato" panose="020F0502020204030203"/>
                <a:cs typeface="Lato" panose="020F0502020204030203"/>
                <a:sym typeface="Lato" panose="020F0502020204030203"/>
              </a:rPr>
              <a:t>Ensure accurate, consistent, and secure portfolio data through </a:t>
            </a:r>
            <a:r>
              <a:rPr lang="en-GB" sz="1200" b="1" i="0" u="none" strike="noStrike" cap="none">
                <a:solidFill>
                  <a:srgbClr val="0F243E"/>
                </a:solidFill>
                <a:latin typeface="Lato" panose="020F0502020204030203"/>
                <a:ea typeface="Lato" panose="020F0502020204030203"/>
                <a:cs typeface="Lato" panose="020F0502020204030203"/>
                <a:sym typeface="Lato" panose="020F0502020204030203"/>
              </a:rPr>
              <a:t>DynamoDB</a:t>
            </a:r>
            <a:r>
              <a:rPr lang="en-GB" sz="1200" b="0" i="0" u="none" strike="noStrike" cap="none">
                <a:solidFill>
                  <a:srgbClr val="0F243E"/>
                </a:solidFill>
                <a:latin typeface="Lato" panose="020F0502020204030203"/>
                <a:ea typeface="Lato" panose="020F0502020204030203"/>
                <a:cs typeface="Lato" panose="020F0502020204030203"/>
                <a:sym typeface="Lato" panose="020F0502020204030203"/>
              </a:rPr>
              <a:t> storage, secure API communication, and strict access controls using </a:t>
            </a:r>
            <a:r>
              <a:rPr lang="en-GB" sz="1200" b="1" i="0" u="none" strike="noStrike" cap="none">
                <a:solidFill>
                  <a:srgbClr val="0F243E"/>
                </a:solidFill>
                <a:latin typeface="Lato" panose="020F0502020204030203"/>
                <a:ea typeface="Lato" panose="020F0502020204030203"/>
                <a:cs typeface="Lato" panose="020F0502020204030203"/>
                <a:sym typeface="Lato" panose="020F0502020204030203"/>
              </a:rPr>
              <a:t>IAM</a:t>
            </a:r>
            <a:r>
              <a:rPr lang="en-GB" sz="1200" b="0" i="0" u="none" strike="noStrike" cap="none">
                <a:solidFill>
                  <a:srgbClr val="0F243E"/>
                </a:solidFill>
                <a:latin typeface="Lato" panose="020F0502020204030203"/>
                <a:ea typeface="Lato" panose="020F0502020204030203"/>
                <a:cs typeface="Lato" panose="020F0502020204030203"/>
                <a:sym typeface="Lato" panose="020F0502020204030203"/>
              </a:rPr>
              <a:t>, maintaining reliability and trustworthiness of financial information.</a:t>
            </a:r>
            <a:endParaRPr sz="1200" b="0" i="0" u="none" strike="noStrike" cap="none">
              <a:solidFill>
                <a:srgbClr val="0F243E"/>
              </a:solidFill>
              <a:latin typeface="Lato" panose="020F0502020204030203"/>
              <a:ea typeface="Lato" panose="020F0502020204030203"/>
              <a:cs typeface="Lato" panose="020F0502020204030203"/>
              <a:sym typeface="Lato" panose="020F0502020204030203"/>
            </a:endParaRPr>
          </a:p>
        </p:txBody>
      </p:sp>
      <p:sp>
        <p:nvSpPr>
          <p:cNvPr id="175" name="Google Shape;175;p29"/>
          <p:cNvSpPr txBox="1"/>
          <p:nvPr/>
        </p:nvSpPr>
        <p:spPr>
          <a:xfrm>
            <a:off x="571500" y="428625"/>
            <a:ext cx="8551069" cy="464344"/>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2500"/>
              <a:buFont typeface="Arial" panose="020B0604020202020204"/>
              <a:buNone/>
            </a:pPr>
            <a:r>
              <a:rPr lang="en-GB" sz="2500" b="1" i="0" u="none" strike="noStrike" cap="none">
                <a:solidFill>
                  <a:srgbClr val="232F3E"/>
                </a:solidFill>
                <a:latin typeface="Poppins SemiBold" panose="00000600000000000000"/>
                <a:ea typeface="Poppins SemiBold" panose="00000600000000000000"/>
                <a:cs typeface="Poppins SemiBold" panose="00000600000000000000"/>
                <a:sym typeface="Poppins SemiBold" panose="00000600000000000000"/>
              </a:rPr>
              <a:t>AIMS &amp; OBJECTIVES</a:t>
            </a:r>
            <a:endParaRPr sz="2500" b="1" i="0" u="none" strike="noStrike" cap="none">
              <a:solidFill>
                <a:srgbClr val="232F3E"/>
              </a:solidFill>
              <a:latin typeface="Poppins SemiBold" panose="00000600000000000000"/>
              <a:ea typeface="Poppins SemiBold" panose="00000600000000000000"/>
              <a:cs typeface="Poppins SemiBold" panose="00000600000000000000"/>
              <a:sym typeface="Poppins SemiBold" panose="0000060000000000000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79"/>
        <p:cNvGrpSpPr/>
        <p:nvPr/>
      </p:nvGrpSpPr>
      <p:grpSpPr>
        <a:xfrm>
          <a:off x="0" y="0"/>
          <a:ext cx="0" cy="0"/>
          <a:chOff x="0" y="0"/>
          <a:chExt cx="0" cy="0"/>
        </a:xfrm>
      </p:grpSpPr>
      <p:pic>
        <p:nvPicPr>
          <p:cNvPr id="180" name="Google Shape;180;p30" descr="image.png"/>
          <p:cNvPicPr preferRelativeResize="0"/>
          <p:nvPr/>
        </p:nvPicPr>
        <p:blipFill rotWithShape="1">
          <a:blip r:embed="rId3"/>
          <a:srcRect/>
          <a:stretch>
            <a:fillRect/>
          </a:stretch>
        </p:blipFill>
        <p:spPr>
          <a:xfrm>
            <a:off x="0" y="0"/>
            <a:ext cx="9144000" cy="5143500"/>
          </a:xfrm>
          <a:prstGeom prst="rect">
            <a:avLst/>
          </a:prstGeom>
          <a:noFill/>
          <a:ln>
            <a:noFill/>
          </a:ln>
        </p:spPr>
      </p:pic>
      <p:sp>
        <p:nvSpPr>
          <p:cNvPr id="181" name="Google Shape;181;p30"/>
          <p:cNvSpPr txBox="1"/>
          <p:nvPr/>
        </p:nvSpPr>
        <p:spPr>
          <a:xfrm>
            <a:off x="4721200" y="1013600"/>
            <a:ext cx="4401600" cy="3078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1800"/>
              <a:buFont typeface="Arial" panose="020B0604020202020204"/>
              <a:buNone/>
            </a:pPr>
            <a:r>
              <a:rPr lang="en-GB" sz="2000" b="1" i="0" u="none" strike="noStrike" cap="none">
                <a:solidFill>
                  <a:srgbClr val="0F243E"/>
                </a:solidFill>
                <a:latin typeface="Poppins" panose="00000600000000000000"/>
                <a:ea typeface="Poppins" panose="00000600000000000000"/>
                <a:cs typeface="Poppins" panose="00000600000000000000"/>
                <a:sym typeface="Poppins" panose="00000600000000000000"/>
              </a:rPr>
              <a:t>Unified Workflow</a:t>
            </a:r>
            <a:endParaRPr sz="2000" b="1" i="0" u="none" strike="noStrike" cap="none">
              <a:solidFill>
                <a:srgbClr val="0F243E"/>
              </a:solidFill>
              <a:latin typeface="Poppins" panose="00000600000000000000"/>
              <a:ea typeface="Poppins" panose="00000600000000000000"/>
              <a:cs typeface="Poppins" panose="00000600000000000000"/>
              <a:sym typeface="Poppins" panose="00000600000000000000"/>
            </a:endParaRPr>
          </a:p>
        </p:txBody>
      </p:sp>
      <p:sp>
        <p:nvSpPr>
          <p:cNvPr id="182" name="Google Shape;182;p30"/>
          <p:cNvSpPr txBox="1"/>
          <p:nvPr/>
        </p:nvSpPr>
        <p:spPr>
          <a:xfrm>
            <a:off x="4786325" y="1653542"/>
            <a:ext cx="3929100" cy="6402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Clr>
                <a:srgbClr val="000000"/>
              </a:buClr>
              <a:buSzPts val="1200"/>
              <a:buFont typeface="Arial" panose="020B0604020202020204"/>
              <a:buNone/>
            </a:pPr>
            <a:r>
              <a:rPr lang="en-GB" sz="1600" b="1">
                <a:solidFill>
                  <a:srgbClr val="475569"/>
                </a:solidFill>
                <a:latin typeface="Lato" panose="020F0502020204030203"/>
                <a:ea typeface="Lato" panose="020F0502020204030203"/>
                <a:cs typeface="Lato" panose="020F0502020204030203"/>
                <a:sym typeface="Lato" panose="020F0502020204030203"/>
              </a:rPr>
              <a:t>1</a:t>
            </a:r>
            <a:r>
              <a:rPr lang="en-GB" sz="1600" b="1" i="0" u="none" strike="noStrike" cap="none">
                <a:solidFill>
                  <a:srgbClr val="475569"/>
                </a:solidFill>
                <a:latin typeface="Lato" panose="020F0502020204030203"/>
                <a:ea typeface="Lato" panose="020F0502020204030203"/>
                <a:cs typeface="Lato" panose="020F0502020204030203"/>
                <a:sym typeface="Lato" panose="020F0502020204030203"/>
              </a:rPr>
              <a:t>. User Interaction:</a:t>
            </a:r>
            <a:r>
              <a:rPr lang="en-GB" sz="1600" b="0" i="0" u="none" strike="noStrike" cap="none">
                <a:solidFill>
                  <a:srgbClr val="475569"/>
                </a:solidFill>
                <a:latin typeface="Lato" panose="020F0502020204030203"/>
                <a:ea typeface="Lato" panose="020F0502020204030203"/>
                <a:cs typeface="Lato" panose="020F0502020204030203"/>
                <a:sym typeface="Lato" panose="020F0502020204030203"/>
              </a:rPr>
              <a:t> S3-hosted Static Frontend.</a:t>
            </a:r>
            <a:endParaRPr sz="1600" b="0" i="0" u="none" strike="noStrike" cap="none">
              <a:solidFill>
                <a:srgbClr val="475569"/>
              </a:solidFill>
              <a:latin typeface="Lato" panose="020F0502020204030203"/>
              <a:ea typeface="Lato" panose="020F0502020204030203"/>
              <a:cs typeface="Lato" panose="020F0502020204030203"/>
              <a:sym typeface="Lato" panose="020F0502020204030203"/>
            </a:endParaRPr>
          </a:p>
        </p:txBody>
      </p:sp>
      <p:sp>
        <p:nvSpPr>
          <p:cNvPr id="183" name="Google Shape;183;p30"/>
          <p:cNvSpPr txBox="1"/>
          <p:nvPr/>
        </p:nvSpPr>
        <p:spPr>
          <a:xfrm>
            <a:off x="4786325" y="2293746"/>
            <a:ext cx="3929100" cy="6003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Clr>
                <a:srgbClr val="000000"/>
              </a:buClr>
              <a:buSzPts val="1200"/>
              <a:buFont typeface="Arial" panose="020B0604020202020204"/>
              <a:buNone/>
            </a:pPr>
            <a:r>
              <a:rPr lang="en-GB" sz="1500" b="1" i="0" u="none" strike="noStrike" cap="none">
                <a:solidFill>
                  <a:srgbClr val="475569"/>
                </a:solidFill>
                <a:latin typeface="Lato" panose="020F0502020204030203"/>
                <a:ea typeface="Lato" panose="020F0502020204030203"/>
                <a:cs typeface="Lato" panose="020F0502020204030203"/>
                <a:sym typeface="Lato" panose="020F0502020204030203"/>
              </a:rPr>
              <a:t>2. Entry Point:</a:t>
            </a:r>
            <a:r>
              <a:rPr lang="en-GB" sz="1500" b="0" i="0" u="none" strike="noStrike" cap="none">
                <a:solidFill>
                  <a:srgbClr val="475569"/>
                </a:solidFill>
                <a:latin typeface="Lato" panose="020F0502020204030203"/>
                <a:ea typeface="Lato" panose="020F0502020204030203"/>
                <a:cs typeface="Lato" panose="020F0502020204030203"/>
                <a:sym typeface="Lato" panose="020F0502020204030203"/>
              </a:rPr>
              <a:t> API Gateway secure HTTPS request.</a:t>
            </a:r>
            <a:endParaRPr sz="1500" b="0" i="0" u="none" strike="noStrike" cap="none">
              <a:solidFill>
                <a:srgbClr val="475569"/>
              </a:solidFill>
              <a:latin typeface="Lato" panose="020F0502020204030203"/>
              <a:ea typeface="Lato" panose="020F0502020204030203"/>
              <a:cs typeface="Lato" panose="020F0502020204030203"/>
              <a:sym typeface="Lato" panose="020F0502020204030203"/>
            </a:endParaRPr>
          </a:p>
        </p:txBody>
      </p:sp>
      <p:sp>
        <p:nvSpPr>
          <p:cNvPr id="184" name="Google Shape;184;p30"/>
          <p:cNvSpPr txBox="1"/>
          <p:nvPr/>
        </p:nvSpPr>
        <p:spPr>
          <a:xfrm>
            <a:off x="4786325" y="3030000"/>
            <a:ext cx="3929100" cy="6003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Clr>
                <a:srgbClr val="000000"/>
              </a:buClr>
              <a:buSzPts val="1200"/>
              <a:buFont typeface="Arial" panose="020B0604020202020204"/>
              <a:buNone/>
            </a:pPr>
            <a:r>
              <a:rPr lang="en-GB" sz="1500" b="1" i="0" u="none" strike="noStrike" cap="none">
                <a:solidFill>
                  <a:srgbClr val="475569"/>
                </a:solidFill>
                <a:latin typeface="Lato" panose="020F0502020204030203"/>
                <a:ea typeface="Lato" panose="020F0502020204030203"/>
                <a:cs typeface="Lato" panose="020F0502020204030203"/>
                <a:sym typeface="Lato" panose="020F0502020204030203"/>
              </a:rPr>
              <a:t>3. Business Logic:</a:t>
            </a:r>
            <a:r>
              <a:rPr lang="en-GB" sz="1500" b="0" i="0" u="none" strike="noStrike" cap="none">
                <a:solidFill>
                  <a:srgbClr val="475569"/>
                </a:solidFill>
                <a:latin typeface="Lato" panose="020F0502020204030203"/>
                <a:ea typeface="Lato" panose="020F0502020204030203"/>
                <a:cs typeface="Lato" panose="020F0502020204030203"/>
                <a:sym typeface="Lato" panose="020F0502020204030203"/>
              </a:rPr>
              <a:t> Lambda processing and P/L math.</a:t>
            </a:r>
            <a:endParaRPr sz="1500" b="0" i="0" u="none" strike="noStrike" cap="none">
              <a:solidFill>
                <a:srgbClr val="475569"/>
              </a:solidFill>
              <a:latin typeface="Lato" panose="020F0502020204030203"/>
              <a:ea typeface="Lato" panose="020F0502020204030203"/>
              <a:cs typeface="Lato" panose="020F0502020204030203"/>
              <a:sym typeface="Lato" panose="020F0502020204030203"/>
            </a:endParaRPr>
          </a:p>
        </p:txBody>
      </p:sp>
      <p:sp>
        <p:nvSpPr>
          <p:cNvPr id="185" name="Google Shape;185;p30"/>
          <p:cNvSpPr txBox="1"/>
          <p:nvPr/>
        </p:nvSpPr>
        <p:spPr>
          <a:xfrm>
            <a:off x="4786325" y="3734352"/>
            <a:ext cx="3929100" cy="6003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Clr>
                <a:srgbClr val="000000"/>
              </a:buClr>
              <a:buSzPts val="1200"/>
              <a:buFont typeface="Arial" panose="020B0604020202020204"/>
              <a:buNone/>
            </a:pPr>
            <a:r>
              <a:rPr lang="en-GB" sz="1500" b="1" i="0" u="none" strike="noStrike" cap="none">
                <a:solidFill>
                  <a:srgbClr val="475569"/>
                </a:solidFill>
                <a:latin typeface="Lato" panose="020F0502020204030203"/>
                <a:ea typeface="Lato" panose="020F0502020204030203"/>
                <a:cs typeface="Lato" panose="020F0502020204030203"/>
                <a:sym typeface="Lato" panose="020F0502020204030203"/>
              </a:rPr>
              <a:t>4. Data Fetch:</a:t>
            </a:r>
            <a:r>
              <a:rPr lang="en-GB" sz="1500" b="0" i="0" u="none" strike="noStrike" cap="none">
                <a:solidFill>
                  <a:srgbClr val="475569"/>
                </a:solidFill>
                <a:latin typeface="Lato" panose="020F0502020204030203"/>
                <a:ea typeface="Lato" panose="020F0502020204030203"/>
                <a:cs typeface="Lato" panose="020F0502020204030203"/>
                <a:sym typeface="Lato" panose="020F0502020204030203"/>
              </a:rPr>
              <a:t> External Finnhub API Integration.</a:t>
            </a:r>
            <a:endParaRPr sz="1500" b="0" i="0" u="none" strike="noStrike" cap="none">
              <a:solidFill>
                <a:srgbClr val="475569"/>
              </a:solidFill>
              <a:latin typeface="Lato" panose="020F0502020204030203"/>
              <a:ea typeface="Lato" panose="020F0502020204030203"/>
              <a:cs typeface="Lato" panose="020F0502020204030203"/>
              <a:sym typeface="Lato" panose="020F0502020204030203"/>
            </a:endParaRPr>
          </a:p>
        </p:txBody>
      </p:sp>
      <p:sp>
        <p:nvSpPr>
          <p:cNvPr id="186" name="Google Shape;186;p30"/>
          <p:cNvSpPr txBox="1"/>
          <p:nvPr/>
        </p:nvSpPr>
        <p:spPr>
          <a:xfrm>
            <a:off x="4786325" y="4439439"/>
            <a:ext cx="3929100" cy="2310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Clr>
                <a:srgbClr val="000000"/>
              </a:buClr>
              <a:buSzPts val="1200"/>
              <a:buFont typeface="Arial" panose="020B0604020202020204"/>
              <a:buNone/>
            </a:pPr>
            <a:r>
              <a:rPr lang="en-GB" sz="1500" b="1" i="0" u="none" strike="noStrike" cap="none">
                <a:solidFill>
                  <a:srgbClr val="475569"/>
                </a:solidFill>
                <a:latin typeface="Lato" panose="020F0502020204030203"/>
                <a:ea typeface="Lato" panose="020F0502020204030203"/>
                <a:cs typeface="Lato" panose="020F0502020204030203"/>
                <a:sym typeface="Lato" panose="020F0502020204030203"/>
              </a:rPr>
              <a:t>5. Persistence:</a:t>
            </a:r>
            <a:r>
              <a:rPr lang="en-GB" sz="1500" b="0" i="0" u="none" strike="noStrike" cap="none">
                <a:solidFill>
                  <a:srgbClr val="475569"/>
                </a:solidFill>
                <a:latin typeface="Lato" panose="020F0502020204030203"/>
                <a:ea typeface="Lato" panose="020F0502020204030203"/>
                <a:cs typeface="Lato" panose="020F0502020204030203"/>
                <a:sym typeface="Lato" panose="020F0502020204030203"/>
              </a:rPr>
              <a:t> DynamoDB NoSQL storage.</a:t>
            </a:r>
            <a:endParaRPr sz="1500" b="0" i="0" u="none" strike="noStrike" cap="none">
              <a:solidFill>
                <a:srgbClr val="475569"/>
              </a:solidFill>
              <a:latin typeface="Lato" panose="020F0502020204030203"/>
              <a:ea typeface="Lato" panose="020F0502020204030203"/>
              <a:cs typeface="Lato" panose="020F0502020204030203"/>
              <a:sym typeface="Lato" panose="020F0502020204030203"/>
            </a:endParaRPr>
          </a:p>
        </p:txBody>
      </p:sp>
      <p:sp>
        <p:nvSpPr>
          <p:cNvPr id="187" name="Google Shape;187;p30"/>
          <p:cNvSpPr txBox="1"/>
          <p:nvPr/>
        </p:nvSpPr>
        <p:spPr>
          <a:xfrm>
            <a:off x="571500" y="428625"/>
            <a:ext cx="8551200" cy="4155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2500"/>
              <a:buFont typeface="Arial" panose="020B0604020202020204"/>
              <a:buNone/>
            </a:pPr>
            <a:r>
              <a:rPr lang="en-GB" sz="2700" b="1" i="0" u="none" strike="noStrike" cap="none">
                <a:solidFill>
                  <a:srgbClr val="232F3E"/>
                </a:solidFill>
                <a:latin typeface="Poppins SemiBold" panose="00000600000000000000"/>
                <a:ea typeface="Poppins SemiBold" panose="00000600000000000000"/>
                <a:cs typeface="Poppins SemiBold" panose="00000600000000000000"/>
                <a:sym typeface="Poppins SemiBold" panose="00000600000000000000"/>
              </a:rPr>
              <a:t>COMPLETE ARCHITECTURE FLOW</a:t>
            </a:r>
            <a:endParaRPr sz="2700" b="1" i="0" u="none" strike="noStrike" cap="none">
              <a:solidFill>
                <a:srgbClr val="232F3E"/>
              </a:solidFill>
              <a:latin typeface="Poppins SemiBold" panose="00000600000000000000"/>
              <a:ea typeface="Poppins SemiBold" panose="00000600000000000000"/>
              <a:cs typeface="Poppins SemiBold" panose="00000600000000000000"/>
              <a:sym typeface="Poppins SemiBold" panose="00000600000000000000"/>
            </a:endParaRPr>
          </a:p>
        </p:txBody>
      </p:sp>
      <p:pic>
        <p:nvPicPr>
          <p:cNvPr id="188" name="Google Shape;188;p30"/>
          <p:cNvPicPr preferRelativeResize="0"/>
          <p:nvPr/>
        </p:nvPicPr>
        <p:blipFill rotWithShape="1">
          <a:blip r:embed="rId4"/>
          <a:srcRect/>
          <a:stretch>
            <a:fillRect/>
          </a:stretch>
        </p:blipFill>
        <p:spPr>
          <a:xfrm>
            <a:off x="269420" y="1534886"/>
            <a:ext cx="4356871" cy="2983774"/>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92"/>
        <p:cNvGrpSpPr/>
        <p:nvPr/>
      </p:nvGrpSpPr>
      <p:grpSpPr>
        <a:xfrm>
          <a:off x="0" y="0"/>
          <a:ext cx="0" cy="0"/>
          <a:chOff x="0" y="0"/>
          <a:chExt cx="0" cy="0"/>
        </a:xfrm>
      </p:grpSpPr>
      <p:pic>
        <p:nvPicPr>
          <p:cNvPr id="193" name="Google Shape;193;p31" descr="image.png"/>
          <p:cNvPicPr preferRelativeResize="0"/>
          <p:nvPr/>
        </p:nvPicPr>
        <p:blipFill rotWithShape="1">
          <a:blip r:embed="rId3"/>
          <a:srcRect/>
          <a:stretch>
            <a:fillRect/>
          </a:stretch>
        </p:blipFill>
        <p:spPr>
          <a:xfrm>
            <a:off x="0" y="53816"/>
            <a:ext cx="9196864" cy="5251133"/>
          </a:xfrm>
          <a:prstGeom prst="rect">
            <a:avLst/>
          </a:prstGeom>
          <a:noFill/>
          <a:ln>
            <a:noFill/>
          </a:ln>
        </p:spPr>
      </p:pic>
      <p:sp>
        <p:nvSpPr>
          <p:cNvPr id="194" name="Google Shape;194;p31"/>
          <p:cNvSpPr txBox="1"/>
          <p:nvPr/>
        </p:nvSpPr>
        <p:spPr>
          <a:xfrm>
            <a:off x="413375" y="1000929"/>
            <a:ext cx="4209600" cy="5502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2400"/>
              <a:buFont typeface="Arial" panose="020B0604020202020204"/>
              <a:buNone/>
            </a:pPr>
            <a:r>
              <a:rPr lang="en-GB" sz="2400" b="1" i="0" u="none" strike="noStrike" cap="none">
                <a:solidFill>
                  <a:srgbClr val="0F243E"/>
                </a:solidFill>
                <a:highlight>
                  <a:schemeClr val="lt1"/>
                </a:highlight>
                <a:latin typeface="Poppins" panose="00000600000000000000"/>
                <a:ea typeface="Poppins" panose="00000600000000000000"/>
                <a:cs typeface="Poppins" panose="00000600000000000000"/>
                <a:sym typeface="Poppins" panose="00000600000000000000"/>
              </a:rPr>
              <a:t>Static Web Hosting</a:t>
            </a:r>
            <a:endParaRPr sz="2400" b="1" i="0" u="none" strike="noStrike" cap="none">
              <a:solidFill>
                <a:srgbClr val="0F243E"/>
              </a:solidFill>
              <a:highlight>
                <a:schemeClr val="lt1"/>
              </a:highlight>
              <a:latin typeface="Poppins" panose="00000600000000000000"/>
              <a:ea typeface="Poppins" panose="00000600000000000000"/>
              <a:cs typeface="Poppins" panose="00000600000000000000"/>
              <a:sym typeface="Poppins" panose="00000600000000000000"/>
            </a:endParaRPr>
          </a:p>
        </p:txBody>
      </p:sp>
      <p:sp>
        <p:nvSpPr>
          <p:cNvPr id="195" name="Google Shape;195;p31"/>
          <p:cNvSpPr txBox="1"/>
          <p:nvPr/>
        </p:nvSpPr>
        <p:spPr>
          <a:xfrm>
            <a:off x="428625" y="1551125"/>
            <a:ext cx="4401900" cy="33186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Clr>
                <a:srgbClr val="000000"/>
              </a:buClr>
              <a:buSzPts val="1100"/>
              <a:buFont typeface="Arial" panose="020B0604020202020204"/>
              <a:buNone/>
            </a:pPr>
            <a:r>
              <a:rPr lang="en-GB" b="0" i="0" u="none" strike="noStrike" cap="none">
                <a:solidFill>
                  <a:srgbClr val="0F243E"/>
                </a:solidFill>
                <a:latin typeface="Lato" panose="020F0502020204030203"/>
                <a:ea typeface="Lato" panose="020F0502020204030203"/>
                <a:cs typeface="Lato" panose="020F0502020204030203"/>
                <a:sym typeface="Lato" panose="020F0502020204030203"/>
              </a:rPr>
              <a:t>The frontend is a React SPA hosted on Amazon S3 using Static Website Hosting, providing a serverless, durable, and cost-effective solution. In production, content is served securely via CloudFront, which reduces latency, enforces HTTPS, and lowers S3 costs through global caching. The frontend runs entirely in the browser and communicates with the backend through API Gateway to fetch real-time data. This setup ensures zero server management, automatic scalability, high durability, and efficient content delivery worldwide.</a:t>
            </a:r>
            <a:endParaRPr b="0" i="0" u="none" strike="noStrike" cap="none">
              <a:solidFill>
                <a:srgbClr val="0F243E"/>
              </a:solidFill>
              <a:latin typeface="Lato" panose="020F0502020204030203"/>
              <a:ea typeface="Lato" panose="020F0502020204030203"/>
              <a:cs typeface="Lato" panose="020F0502020204030203"/>
              <a:sym typeface="Lato" panose="020F0502020204030203"/>
            </a:endParaRPr>
          </a:p>
        </p:txBody>
      </p:sp>
      <p:sp>
        <p:nvSpPr>
          <p:cNvPr id="196" name="Google Shape;196;p31"/>
          <p:cNvSpPr txBox="1"/>
          <p:nvPr/>
        </p:nvSpPr>
        <p:spPr>
          <a:xfrm>
            <a:off x="571500" y="428625"/>
            <a:ext cx="8551125" cy="4644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2500"/>
              <a:buFont typeface="Arial" panose="020B0604020202020204"/>
              <a:buNone/>
            </a:pPr>
            <a:r>
              <a:rPr lang="en-GB" sz="2500" b="1" i="0" u="none" strike="noStrike" cap="none">
                <a:solidFill>
                  <a:srgbClr val="232F3E"/>
                </a:solidFill>
                <a:latin typeface="Poppins SemiBold" panose="00000600000000000000"/>
                <a:ea typeface="Poppins SemiBold" panose="00000600000000000000"/>
                <a:cs typeface="Poppins SemiBold" panose="00000600000000000000"/>
                <a:sym typeface="Poppins SemiBold" panose="00000600000000000000"/>
              </a:rPr>
              <a:t>FRONTEND: AMAZON S3 HOSTING</a:t>
            </a:r>
            <a:endParaRPr sz="2500" b="1" i="0" u="none" strike="noStrike" cap="none">
              <a:solidFill>
                <a:srgbClr val="232F3E"/>
              </a:solidFill>
              <a:latin typeface="Poppins SemiBold" panose="00000600000000000000"/>
              <a:ea typeface="Poppins SemiBold" panose="00000600000000000000"/>
              <a:cs typeface="Poppins SemiBold" panose="00000600000000000000"/>
              <a:sym typeface="Poppins SemiBold" panose="00000600000000000000"/>
            </a:endParaRPr>
          </a:p>
        </p:txBody>
      </p:sp>
      <p:pic>
        <p:nvPicPr>
          <p:cNvPr id="197" name="Google Shape;197;p31"/>
          <p:cNvPicPr preferRelativeResize="0"/>
          <p:nvPr/>
        </p:nvPicPr>
        <p:blipFill rotWithShape="1">
          <a:blip r:embed="rId4"/>
          <a:srcRect/>
          <a:stretch>
            <a:fillRect/>
          </a:stretch>
        </p:blipFill>
        <p:spPr>
          <a:xfrm>
            <a:off x="5037175" y="1914749"/>
            <a:ext cx="3846750" cy="1314023"/>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01"/>
        <p:cNvGrpSpPr/>
        <p:nvPr/>
      </p:nvGrpSpPr>
      <p:grpSpPr>
        <a:xfrm>
          <a:off x="0" y="0"/>
          <a:ext cx="0" cy="0"/>
          <a:chOff x="0" y="0"/>
          <a:chExt cx="0" cy="0"/>
        </a:xfrm>
      </p:grpSpPr>
      <p:pic>
        <p:nvPicPr>
          <p:cNvPr id="202" name="Google Shape;202;p32" descr="image.png"/>
          <p:cNvPicPr preferRelativeResize="0"/>
          <p:nvPr/>
        </p:nvPicPr>
        <p:blipFill rotWithShape="1">
          <a:blip r:embed="rId3"/>
          <a:srcRect/>
          <a:stretch>
            <a:fillRect/>
          </a:stretch>
        </p:blipFill>
        <p:spPr>
          <a:xfrm>
            <a:off x="0" y="-62865"/>
            <a:ext cx="9152572" cy="5205889"/>
          </a:xfrm>
          <a:prstGeom prst="rect">
            <a:avLst/>
          </a:prstGeom>
          <a:noFill/>
          <a:ln>
            <a:noFill/>
          </a:ln>
        </p:spPr>
      </p:pic>
      <p:sp>
        <p:nvSpPr>
          <p:cNvPr id="203" name="Google Shape;203;p32"/>
          <p:cNvSpPr txBox="1"/>
          <p:nvPr/>
        </p:nvSpPr>
        <p:spPr>
          <a:xfrm>
            <a:off x="785813" y="1236413"/>
            <a:ext cx="7929600" cy="12498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Clr>
                <a:srgbClr val="000000"/>
              </a:buClr>
              <a:buSzPts val="1200"/>
              <a:buFont typeface="Arial" panose="020B0604020202020204"/>
              <a:buNone/>
            </a:pPr>
            <a:r>
              <a:rPr lang="en-GB" b="1" i="0" u="none" strike="noStrike" cap="none" dirty="0">
                <a:solidFill>
                  <a:srgbClr val="0F243E"/>
                </a:solidFill>
                <a:latin typeface="Lato" panose="020F0502020204030203"/>
                <a:ea typeface="Lato" panose="020F0502020204030203"/>
                <a:cs typeface="Lato" panose="020F0502020204030203"/>
                <a:sym typeface="Lato" panose="020F0502020204030203"/>
              </a:rPr>
              <a:t>Secure REST </a:t>
            </a:r>
            <a:r>
              <a:rPr lang="en-GB" b="1" i="0" u="none" strike="noStrike" cap="none" dirty="0" err="1">
                <a:solidFill>
                  <a:srgbClr val="0F243E"/>
                </a:solidFill>
                <a:latin typeface="Lato" panose="020F0502020204030203"/>
                <a:ea typeface="Lato" panose="020F0502020204030203"/>
                <a:cs typeface="Lato" panose="020F0502020204030203"/>
                <a:sym typeface="Lato" panose="020F0502020204030203"/>
              </a:rPr>
              <a:t>Endpoints:</a:t>
            </a:r>
            <a:r>
              <a:rPr lang="en-GB" b="0" i="0" u="none" strike="noStrike" cap="none" dirty="0" err="1">
                <a:solidFill>
                  <a:srgbClr val="0F243E"/>
                </a:solidFill>
                <a:latin typeface="Lato" panose="020F0502020204030203"/>
                <a:ea typeface="Lato" panose="020F0502020204030203"/>
                <a:cs typeface="Lato" panose="020F0502020204030203"/>
                <a:sym typeface="Lato" panose="020F0502020204030203"/>
              </a:rPr>
              <a:t>Amazon</a:t>
            </a:r>
            <a:r>
              <a:rPr lang="en-GB" b="0" i="0" u="none" strike="noStrike" cap="none" dirty="0">
                <a:solidFill>
                  <a:srgbClr val="0F243E"/>
                </a:solidFill>
                <a:latin typeface="Lato" panose="020F0502020204030203"/>
                <a:ea typeface="Lato" panose="020F0502020204030203"/>
                <a:cs typeface="Lato" panose="020F0502020204030203"/>
                <a:sym typeface="Lato" panose="020F0502020204030203"/>
              </a:rPr>
              <a:t> API Gateway acts as the managed "front door" for all frontend requests, exposing RESTful APIs that allow users to view and manage their portfolio or fetch live stock prices. It abstracts the backend complexity while providing a consistent and secure interface for the client.</a:t>
            </a:r>
            <a:endParaRPr b="0" i="0" u="none" strike="noStrike" cap="none" dirty="0">
              <a:solidFill>
                <a:srgbClr val="0F243E"/>
              </a:solidFill>
              <a:latin typeface="Lato" panose="020F0502020204030203"/>
              <a:ea typeface="Lato" panose="020F0502020204030203"/>
              <a:cs typeface="Lato" panose="020F0502020204030203"/>
              <a:sym typeface="Lato" panose="020F0502020204030203"/>
            </a:endParaRPr>
          </a:p>
        </p:txBody>
      </p:sp>
      <p:sp>
        <p:nvSpPr>
          <p:cNvPr id="204" name="Google Shape;204;p32"/>
          <p:cNvSpPr txBox="1"/>
          <p:nvPr/>
        </p:nvSpPr>
        <p:spPr>
          <a:xfrm>
            <a:off x="785825" y="2571749"/>
            <a:ext cx="7929600" cy="9051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Clr>
                <a:srgbClr val="000000"/>
              </a:buClr>
              <a:buSzPts val="1200"/>
              <a:buFont typeface="Arial" panose="020B0604020202020204"/>
              <a:buNone/>
            </a:pPr>
            <a:r>
              <a:rPr lang="en-GB" b="1" i="0" u="none" strike="noStrike" cap="none" dirty="0">
                <a:solidFill>
                  <a:srgbClr val="0F243E"/>
                </a:solidFill>
                <a:latin typeface="Lato" panose="020F0502020204030203"/>
                <a:ea typeface="Lato" panose="020F0502020204030203"/>
                <a:cs typeface="Lato" panose="020F0502020204030203"/>
                <a:sym typeface="Lato" panose="020F0502020204030203"/>
              </a:rPr>
              <a:t>CORS &amp; Throttling:</a:t>
            </a:r>
            <a:r>
              <a:rPr lang="en-GB" b="0" i="0" u="none" strike="noStrike" cap="none" dirty="0">
                <a:solidFill>
                  <a:srgbClr val="0F243E"/>
                </a:solidFill>
                <a:latin typeface="Lato" panose="020F0502020204030203"/>
                <a:ea typeface="Lato" panose="020F0502020204030203"/>
                <a:cs typeface="Lato" panose="020F0502020204030203"/>
                <a:sym typeface="Lato" panose="020F0502020204030203"/>
              </a:rPr>
              <a:t> API Gateway handles cross-origin requests from the frontend, ensuring browser security, and implements throttling and rate limiting to protect backend services from traffic spikes or abuse, maintaining system stability and cost efficiency.</a:t>
            </a:r>
            <a:endParaRPr b="0" i="0" u="none" strike="noStrike" cap="none" dirty="0">
              <a:solidFill>
                <a:srgbClr val="0F243E"/>
              </a:solidFill>
              <a:latin typeface="Lato" panose="020F0502020204030203"/>
              <a:ea typeface="Lato" panose="020F0502020204030203"/>
              <a:cs typeface="Lato" panose="020F0502020204030203"/>
              <a:sym typeface="Lato" panose="020F0502020204030203"/>
            </a:endParaRPr>
          </a:p>
        </p:txBody>
      </p:sp>
      <p:sp>
        <p:nvSpPr>
          <p:cNvPr id="205" name="Google Shape;205;p32"/>
          <p:cNvSpPr txBox="1"/>
          <p:nvPr/>
        </p:nvSpPr>
        <p:spPr>
          <a:xfrm>
            <a:off x="785825" y="3567850"/>
            <a:ext cx="7929600" cy="9051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Clr>
                <a:srgbClr val="000000"/>
              </a:buClr>
              <a:buSzPts val="1200"/>
              <a:buFont typeface="Arial" panose="020B0604020202020204"/>
              <a:buNone/>
            </a:pPr>
            <a:r>
              <a:rPr lang="en-GB" b="1" i="0" u="none" strike="noStrike" cap="none">
                <a:solidFill>
                  <a:srgbClr val="0F243E"/>
                </a:solidFill>
                <a:latin typeface="Lato" panose="020F0502020204030203"/>
                <a:ea typeface="Lato" panose="020F0502020204030203"/>
                <a:cs typeface="Lato" panose="020F0502020204030203"/>
                <a:sym typeface="Lato" panose="020F0502020204030203"/>
              </a:rPr>
              <a:t>Trigger Mechanism: </a:t>
            </a:r>
            <a:r>
              <a:rPr lang="en-GB" b="0" i="0" u="none" strike="noStrike" cap="none">
                <a:solidFill>
                  <a:srgbClr val="0F243E"/>
                </a:solidFill>
                <a:latin typeface="Lato" panose="020F0502020204030203"/>
                <a:ea typeface="Lato" panose="020F0502020204030203"/>
                <a:cs typeface="Lato" panose="020F0502020204030203"/>
                <a:sym typeface="Lato" panose="020F0502020204030203"/>
              </a:rPr>
              <a:t>It seamlessly routes incoming requests to the appropriate AWS Lambda functions (e.g., Add Stock, Update Portfolio, View Holdings) and returns the processed results to the client, enabling real-time interaction between the frontend and the serverless backend. </a:t>
            </a:r>
            <a:endParaRPr b="0" i="0" u="none" strike="noStrike" cap="none">
              <a:solidFill>
                <a:srgbClr val="0F243E"/>
              </a:solidFill>
              <a:latin typeface="Lato" panose="020F0502020204030203"/>
              <a:ea typeface="Lato" panose="020F0502020204030203"/>
              <a:cs typeface="Lato" panose="020F0502020204030203"/>
              <a:sym typeface="Lato" panose="020F0502020204030203"/>
            </a:endParaRPr>
          </a:p>
        </p:txBody>
      </p:sp>
      <p:sp>
        <p:nvSpPr>
          <p:cNvPr id="206" name="Google Shape;206;p32"/>
          <p:cNvSpPr txBox="1"/>
          <p:nvPr/>
        </p:nvSpPr>
        <p:spPr>
          <a:xfrm>
            <a:off x="571500" y="428625"/>
            <a:ext cx="8551125" cy="4644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2500"/>
              <a:buFont typeface="Arial" panose="020B0604020202020204"/>
              <a:buNone/>
            </a:pPr>
            <a:r>
              <a:rPr lang="en-GB" sz="2500" b="1" i="0" u="none" strike="noStrike" cap="none">
                <a:solidFill>
                  <a:srgbClr val="0F243E"/>
                </a:solidFill>
                <a:latin typeface="Poppins SemiBold" panose="00000600000000000000"/>
                <a:ea typeface="Poppins SemiBold" panose="00000600000000000000"/>
                <a:cs typeface="Poppins SemiBold" panose="00000600000000000000"/>
                <a:sym typeface="Poppins SemiBold" panose="00000600000000000000"/>
              </a:rPr>
              <a:t>API LAYER: AMAZON API GATEWAY</a:t>
            </a:r>
            <a:endParaRPr sz="2500" b="1" i="0" u="none" strike="noStrike" cap="none">
              <a:solidFill>
                <a:srgbClr val="0F243E"/>
              </a:solidFill>
              <a:latin typeface="Poppins SemiBold" panose="00000600000000000000"/>
              <a:ea typeface="Poppins SemiBold" panose="00000600000000000000"/>
              <a:cs typeface="Poppins SemiBold" panose="00000600000000000000"/>
              <a:sym typeface="Poppins SemiBold" panose="00000600000000000000"/>
            </a:endParaRPr>
          </a:p>
        </p:txBody>
      </p:sp>
      <p:pic>
        <p:nvPicPr>
          <p:cNvPr id="2" name="Google Shape;176;p20" descr="image.png">
            <a:extLst>
              <a:ext uri="{FF2B5EF4-FFF2-40B4-BE49-F238E27FC236}">
                <a16:creationId xmlns:a16="http://schemas.microsoft.com/office/drawing/2014/main" id="{1ABF6AAC-97BB-6933-6605-8CDF70E4F45C}"/>
              </a:ext>
            </a:extLst>
          </p:cNvPr>
          <p:cNvPicPr preferRelativeResize="0"/>
          <p:nvPr/>
        </p:nvPicPr>
        <p:blipFill rotWithShape="1">
          <a:blip r:embed="rId4"/>
          <a:srcRect/>
          <a:stretch>
            <a:fillRect/>
          </a:stretch>
        </p:blipFill>
        <p:spPr>
          <a:xfrm>
            <a:off x="442912" y="1333221"/>
            <a:ext cx="257175" cy="247650"/>
          </a:xfrm>
          <a:prstGeom prst="rect">
            <a:avLst/>
          </a:prstGeom>
          <a:noFill/>
          <a:ln>
            <a:noFill/>
          </a:ln>
        </p:spPr>
      </p:pic>
      <p:pic>
        <p:nvPicPr>
          <p:cNvPr id="3" name="Google Shape;177;p20" descr="image.png">
            <a:extLst>
              <a:ext uri="{FF2B5EF4-FFF2-40B4-BE49-F238E27FC236}">
                <a16:creationId xmlns:a16="http://schemas.microsoft.com/office/drawing/2014/main" id="{4C1A9C35-3C4D-FE1D-9A6B-E385E7154D9D}"/>
              </a:ext>
            </a:extLst>
          </p:cNvPr>
          <p:cNvPicPr preferRelativeResize="0"/>
          <p:nvPr/>
        </p:nvPicPr>
        <p:blipFill rotWithShape="1">
          <a:blip r:embed="rId5"/>
          <a:srcRect/>
          <a:stretch>
            <a:fillRect/>
          </a:stretch>
        </p:blipFill>
        <p:spPr>
          <a:xfrm>
            <a:off x="442912" y="2646549"/>
            <a:ext cx="228600" cy="247650"/>
          </a:xfrm>
          <a:prstGeom prst="rect">
            <a:avLst/>
          </a:prstGeom>
          <a:noFill/>
          <a:ln>
            <a:noFill/>
          </a:ln>
        </p:spPr>
      </p:pic>
      <p:pic>
        <p:nvPicPr>
          <p:cNvPr id="4" name="Google Shape;178;p20" descr="image.png">
            <a:extLst>
              <a:ext uri="{FF2B5EF4-FFF2-40B4-BE49-F238E27FC236}">
                <a16:creationId xmlns:a16="http://schemas.microsoft.com/office/drawing/2014/main" id="{E55EFA62-3843-D501-2803-841200AD764B}"/>
              </a:ext>
            </a:extLst>
          </p:cNvPr>
          <p:cNvPicPr preferRelativeResize="0"/>
          <p:nvPr/>
        </p:nvPicPr>
        <p:blipFill rotWithShape="1">
          <a:blip r:embed="rId6"/>
          <a:srcRect/>
          <a:stretch>
            <a:fillRect/>
          </a:stretch>
        </p:blipFill>
        <p:spPr>
          <a:xfrm>
            <a:off x="414337" y="3647136"/>
            <a:ext cx="285750" cy="24765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10"/>
        <p:cNvGrpSpPr/>
        <p:nvPr/>
      </p:nvGrpSpPr>
      <p:grpSpPr>
        <a:xfrm>
          <a:off x="0" y="0"/>
          <a:ext cx="0" cy="0"/>
          <a:chOff x="0" y="0"/>
          <a:chExt cx="0" cy="0"/>
        </a:xfrm>
      </p:grpSpPr>
      <p:pic>
        <p:nvPicPr>
          <p:cNvPr id="211" name="Google Shape;211;p33" descr="image.png"/>
          <p:cNvPicPr preferRelativeResize="0"/>
          <p:nvPr/>
        </p:nvPicPr>
        <p:blipFill rotWithShape="1">
          <a:blip r:embed="rId3"/>
          <a:srcRect/>
          <a:stretch>
            <a:fillRect/>
          </a:stretch>
        </p:blipFill>
        <p:spPr>
          <a:xfrm>
            <a:off x="0" y="0"/>
            <a:ext cx="9144000" cy="5143500"/>
          </a:xfrm>
          <a:prstGeom prst="rect">
            <a:avLst/>
          </a:prstGeom>
          <a:noFill/>
          <a:ln>
            <a:noFill/>
          </a:ln>
        </p:spPr>
      </p:pic>
      <p:pic>
        <p:nvPicPr>
          <p:cNvPr id="212" name="Google Shape;212;p33" descr="image.png"/>
          <p:cNvPicPr preferRelativeResize="0"/>
          <p:nvPr/>
        </p:nvPicPr>
        <p:blipFill rotWithShape="1">
          <a:blip r:embed="rId4"/>
          <a:srcRect/>
          <a:stretch>
            <a:fillRect/>
          </a:stretch>
        </p:blipFill>
        <p:spPr>
          <a:xfrm>
            <a:off x="4856321" y="2073593"/>
            <a:ext cx="3859054" cy="2028349"/>
          </a:xfrm>
          <a:prstGeom prst="rect">
            <a:avLst/>
          </a:prstGeom>
          <a:noFill/>
          <a:ln>
            <a:noFill/>
          </a:ln>
        </p:spPr>
      </p:pic>
      <p:sp>
        <p:nvSpPr>
          <p:cNvPr id="213" name="Google Shape;213;p33"/>
          <p:cNvSpPr txBox="1"/>
          <p:nvPr/>
        </p:nvSpPr>
        <p:spPr>
          <a:xfrm>
            <a:off x="428624" y="963170"/>
            <a:ext cx="4125277" cy="60483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panose="020B0604020202020204"/>
              <a:buNone/>
            </a:pPr>
            <a:r>
              <a:rPr lang="en-GB" sz="1800" b="1" i="0" u="none" strike="noStrike" cap="none" dirty="0">
                <a:solidFill>
                  <a:srgbClr val="0F243E"/>
                </a:solidFill>
                <a:latin typeface="Poppins" panose="00000600000000000000"/>
                <a:ea typeface="Poppins" panose="00000600000000000000"/>
                <a:cs typeface="Poppins" panose="00000600000000000000"/>
                <a:sym typeface="Poppins" panose="00000600000000000000"/>
              </a:rPr>
              <a:t>Zero Management Compute</a:t>
            </a:r>
            <a:endParaRPr sz="1800" b="1" i="0" u="none" strike="noStrike" cap="none" dirty="0">
              <a:solidFill>
                <a:srgbClr val="0F243E"/>
              </a:solidFill>
              <a:latin typeface="Poppins" panose="00000600000000000000"/>
              <a:ea typeface="Poppins" panose="00000600000000000000"/>
              <a:cs typeface="Poppins" panose="00000600000000000000"/>
              <a:sym typeface="Poppins" panose="00000600000000000000"/>
            </a:endParaRPr>
          </a:p>
        </p:txBody>
      </p:sp>
      <p:sp>
        <p:nvSpPr>
          <p:cNvPr id="214" name="Google Shape;214;p33"/>
          <p:cNvSpPr txBox="1"/>
          <p:nvPr/>
        </p:nvSpPr>
        <p:spPr>
          <a:xfrm>
            <a:off x="428624" y="1265589"/>
            <a:ext cx="4411980" cy="3551873"/>
          </a:xfrm>
          <a:prstGeom prst="rect">
            <a:avLst/>
          </a:prstGeom>
          <a:noFill/>
          <a:ln>
            <a:noFill/>
          </a:ln>
        </p:spPr>
        <p:txBody>
          <a:bodyPr spcFirstLastPara="1" wrap="square" lIns="0" tIns="0" rIns="0" bIns="0" anchor="t" anchorCtr="0">
            <a:noAutofit/>
          </a:bodyPr>
          <a:lstStyle/>
          <a:p>
            <a:pPr marL="0" marR="0" lvl="0" indent="0" algn="l" rtl="0">
              <a:lnSpc>
                <a:spcPct val="115000"/>
              </a:lnSpc>
              <a:spcBef>
                <a:spcPts val="900"/>
              </a:spcBef>
              <a:spcAft>
                <a:spcPts val="0"/>
              </a:spcAft>
              <a:buClr>
                <a:schemeClr val="dk1"/>
              </a:buClr>
              <a:buSzPts val="800"/>
              <a:buFont typeface="Arial" panose="020B0604020202020204"/>
              <a:buNone/>
            </a:pPr>
            <a:r>
              <a:rPr lang="en-GB" sz="1500" b="0" i="0" u="none" strike="noStrike" cap="none" dirty="0">
                <a:solidFill>
                  <a:srgbClr val="0F243E"/>
                </a:solidFill>
                <a:latin typeface="Lato" panose="020F0502020204030203"/>
                <a:ea typeface="Lato" panose="020F0502020204030203"/>
                <a:cs typeface="Lato" panose="020F0502020204030203"/>
                <a:sym typeface="Lato" panose="020F0502020204030203"/>
              </a:rPr>
              <a:t>AWS Lambda runs backend code in response to events, requiring no server provisioning or maintenance. It operates on a </a:t>
            </a:r>
            <a:r>
              <a:rPr lang="en-GB" sz="1500" b="1" i="0" u="none" strike="noStrike" cap="none" dirty="0">
                <a:solidFill>
                  <a:srgbClr val="0F243E"/>
                </a:solidFill>
                <a:latin typeface="Lato" panose="020F0502020204030203"/>
                <a:ea typeface="Lato" panose="020F0502020204030203"/>
                <a:cs typeface="Lato" panose="020F0502020204030203"/>
                <a:sym typeface="Lato" panose="020F0502020204030203"/>
              </a:rPr>
              <a:t>pay-per-use</a:t>
            </a:r>
            <a:r>
              <a:rPr lang="en-GB" sz="1500" b="0" i="0" u="none" strike="noStrike" cap="none" dirty="0">
                <a:solidFill>
                  <a:srgbClr val="0F243E"/>
                </a:solidFill>
                <a:latin typeface="Lato" panose="020F0502020204030203"/>
                <a:ea typeface="Lato" panose="020F0502020204030203"/>
                <a:cs typeface="Lato" panose="020F0502020204030203"/>
                <a:sym typeface="Lato" panose="020F0502020204030203"/>
              </a:rPr>
              <a:t> basis, costing nothing when idle.</a:t>
            </a:r>
            <a:endParaRPr sz="1500" b="0" i="0" u="none" strike="noStrike" cap="none" dirty="0">
              <a:solidFill>
                <a:srgbClr val="0F243E"/>
              </a:solidFill>
              <a:latin typeface="Lato" panose="020F0502020204030203"/>
              <a:ea typeface="Lato" panose="020F0502020204030203"/>
              <a:cs typeface="Lato" panose="020F0502020204030203"/>
              <a:sym typeface="Lato" panose="020F0502020204030203"/>
            </a:endParaRPr>
          </a:p>
          <a:p>
            <a:pPr marL="0" marR="0" lvl="0" indent="0" algn="l" rtl="0">
              <a:lnSpc>
                <a:spcPct val="115000"/>
              </a:lnSpc>
              <a:spcBef>
                <a:spcPts val="900"/>
              </a:spcBef>
              <a:spcAft>
                <a:spcPts val="0"/>
              </a:spcAft>
              <a:buClr>
                <a:schemeClr val="dk1"/>
              </a:buClr>
              <a:buSzPts val="800"/>
              <a:buFont typeface="Arial" panose="020B0604020202020204"/>
              <a:buNone/>
            </a:pPr>
            <a:r>
              <a:rPr lang="en-GB" sz="1500" b="1" i="0" u="none" strike="noStrike" cap="none" dirty="0">
                <a:solidFill>
                  <a:srgbClr val="0F243E"/>
                </a:solidFill>
                <a:latin typeface="Lato" panose="020F0502020204030203"/>
                <a:ea typeface="Lato" panose="020F0502020204030203"/>
                <a:cs typeface="Lato" panose="020F0502020204030203"/>
                <a:sym typeface="Lato" panose="020F0502020204030203"/>
              </a:rPr>
              <a:t>Key Logic &amp; Financial Algorithms:</a:t>
            </a:r>
            <a:r>
              <a:rPr lang="en-GB" sz="1500" b="0" i="0" u="none" strike="noStrike" cap="none" dirty="0">
                <a:solidFill>
                  <a:srgbClr val="0F243E"/>
                </a:solidFill>
                <a:latin typeface="Lato" panose="020F0502020204030203"/>
                <a:ea typeface="Lato" panose="020F0502020204030203"/>
                <a:cs typeface="Lato" panose="020F0502020204030203"/>
                <a:sym typeface="Lato" panose="020F0502020204030203"/>
              </a:rPr>
              <a:t> Lambda handles core calculations, including </a:t>
            </a:r>
            <a:r>
              <a:rPr lang="en-GB" sz="1500" b="1" i="0" u="none" strike="noStrike" cap="none" dirty="0">
                <a:solidFill>
                  <a:srgbClr val="0F243E"/>
                </a:solidFill>
                <a:latin typeface="Lato" panose="020F0502020204030203"/>
                <a:ea typeface="Lato" panose="020F0502020204030203"/>
                <a:cs typeface="Lato" panose="020F0502020204030203"/>
                <a:sym typeface="Lato" panose="020F0502020204030203"/>
              </a:rPr>
              <a:t>market value</a:t>
            </a:r>
            <a:r>
              <a:rPr lang="en-GB" sz="1500" b="0" i="0" u="none" strike="noStrike" cap="none" dirty="0">
                <a:solidFill>
                  <a:srgbClr val="0F243E"/>
                </a:solidFill>
                <a:latin typeface="Lato" panose="020F0502020204030203"/>
                <a:ea typeface="Lato" panose="020F0502020204030203"/>
                <a:cs typeface="Lato" panose="020F0502020204030203"/>
                <a:sym typeface="Lato" panose="020F0502020204030203"/>
              </a:rPr>
              <a:t>, </a:t>
            </a:r>
            <a:r>
              <a:rPr lang="en-GB" sz="1500" b="1" i="0" u="none" strike="noStrike" cap="none" dirty="0">
                <a:solidFill>
                  <a:srgbClr val="0F243E"/>
                </a:solidFill>
                <a:latin typeface="Lato" panose="020F0502020204030203"/>
                <a:ea typeface="Lato" panose="020F0502020204030203"/>
                <a:cs typeface="Lato" panose="020F0502020204030203"/>
                <a:sym typeface="Lato" panose="020F0502020204030203"/>
              </a:rPr>
              <a:t>real-time profit/loss</a:t>
            </a:r>
            <a:r>
              <a:rPr lang="en-GB" sz="1500" b="0" i="0" u="none" strike="noStrike" cap="none" dirty="0">
                <a:solidFill>
                  <a:srgbClr val="0F243E"/>
                </a:solidFill>
                <a:latin typeface="Lato" panose="020F0502020204030203"/>
                <a:ea typeface="Lato" panose="020F0502020204030203"/>
                <a:cs typeface="Lato" panose="020F0502020204030203"/>
                <a:sym typeface="Lato" panose="020F0502020204030203"/>
              </a:rPr>
              <a:t>, and </a:t>
            </a:r>
            <a:r>
              <a:rPr lang="en-GB" sz="1500" b="1" i="0" u="none" strike="noStrike" cap="none" dirty="0">
                <a:solidFill>
                  <a:srgbClr val="0F243E"/>
                </a:solidFill>
                <a:latin typeface="Lato" panose="020F0502020204030203"/>
                <a:ea typeface="Lato" panose="020F0502020204030203"/>
                <a:cs typeface="Lato" panose="020F0502020204030203"/>
                <a:sym typeface="Lato" panose="020F0502020204030203"/>
              </a:rPr>
              <a:t>portfolio aggregation</a:t>
            </a:r>
            <a:r>
              <a:rPr lang="en-GB" sz="1500" b="0" i="0" u="none" strike="noStrike" cap="none" dirty="0">
                <a:solidFill>
                  <a:srgbClr val="0F243E"/>
                </a:solidFill>
                <a:latin typeface="Lato" panose="020F0502020204030203"/>
                <a:ea typeface="Lato" panose="020F0502020204030203"/>
                <a:cs typeface="Lato" panose="020F0502020204030203"/>
                <a:sym typeface="Lato" panose="020F0502020204030203"/>
              </a:rPr>
              <a:t> to provide accurate, up-to-date investment insights.</a:t>
            </a:r>
            <a:endParaRPr sz="1500" b="0" i="0" u="none" strike="noStrike" cap="none" dirty="0">
              <a:solidFill>
                <a:srgbClr val="0F243E"/>
              </a:solidFill>
              <a:latin typeface="Lato" panose="020F0502020204030203"/>
              <a:ea typeface="Lato" panose="020F0502020204030203"/>
              <a:cs typeface="Lato" panose="020F0502020204030203"/>
              <a:sym typeface="Lato" panose="020F0502020204030203"/>
            </a:endParaRPr>
          </a:p>
          <a:p>
            <a:pPr marL="0" marR="0" lvl="0" indent="0" algn="l" rtl="0">
              <a:lnSpc>
                <a:spcPct val="115000"/>
              </a:lnSpc>
              <a:spcBef>
                <a:spcPts val="900"/>
              </a:spcBef>
              <a:spcAft>
                <a:spcPts val="0"/>
              </a:spcAft>
              <a:buClr>
                <a:schemeClr val="dk1"/>
              </a:buClr>
              <a:buSzPts val="800"/>
              <a:buFont typeface="Arial" panose="020B0604020202020204"/>
              <a:buNone/>
            </a:pPr>
            <a:r>
              <a:rPr lang="en-GB" sz="1500" b="1" i="0" u="none" strike="noStrike" cap="none" dirty="0">
                <a:solidFill>
                  <a:srgbClr val="0F243E"/>
                </a:solidFill>
                <a:latin typeface="Lato" panose="020F0502020204030203"/>
                <a:ea typeface="Lato" panose="020F0502020204030203"/>
                <a:cs typeface="Lato" panose="020F0502020204030203"/>
                <a:sym typeface="Lato" panose="020F0502020204030203"/>
              </a:rPr>
              <a:t>CRUD Operations &amp; External Integration:</a:t>
            </a:r>
            <a:r>
              <a:rPr lang="en-GB" sz="1500" b="0" i="0" u="none" strike="noStrike" cap="none" dirty="0">
                <a:solidFill>
                  <a:srgbClr val="0F243E"/>
                </a:solidFill>
                <a:latin typeface="Lato" panose="020F0502020204030203"/>
                <a:ea typeface="Lato" panose="020F0502020204030203"/>
                <a:cs typeface="Lato" panose="020F0502020204030203"/>
                <a:sym typeface="Lato" panose="020F0502020204030203"/>
              </a:rPr>
              <a:t> Functions manage portfolio operations (Add, View, Update, Delete) and fetch live stock prices from external APIs like </a:t>
            </a:r>
            <a:r>
              <a:rPr lang="en-GB" sz="1500" b="1" i="0" u="none" strike="noStrike" cap="none" dirty="0" err="1">
                <a:solidFill>
                  <a:srgbClr val="0F243E"/>
                </a:solidFill>
                <a:latin typeface="Lato" panose="020F0502020204030203"/>
                <a:ea typeface="Lato" panose="020F0502020204030203"/>
                <a:cs typeface="Lato" panose="020F0502020204030203"/>
                <a:sym typeface="Lato" panose="020F0502020204030203"/>
              </a:rPr>
              <a:t>Finnhub</a:t>
            </a:r>
            <a:r>
              <a:rPr lang="en-GB" sz="1500" b="0" i="0" u="none" strike="noStrike" cap="none" dirty="0">
                <a:solidFill>
                  <a:srgbClr val="0F243E"/>
                </a:solidFill>
                <a:latin typeface="Lato" panose="020F0502020204030203"/>
                <a:ea typeface="Lato" panose="020F0502020204030203"/>
                <a:cs typeface="Lato" panose="020F0502020204030203"/>
                <a:sym typeface="Lato" panose="020F0502020204030203"/>
              </a:rPr>
              <a:t>, feeding real-time data into calculations.</a:t>
            </a:r>
            <a:endParaRPr sz="1500" b="0" i="0" u="none" strike="noStrike" cap="none" dirty="0">
              <a:solidFill>
                <a:srgbClr val="0F243E"/>
              </a:solidFill>
              <a:latin typeface="Lato" panose="020F0502020204030203"/>
              <a:ea typeface="Lato" panose="020F0502020204030203"/>
              <a:cs typeface="Lato" panose="020F0502020204030203"/>
              <a:sym typeface="Lato" panose="020F0502020204030203"/>
            </a:endParaRPr>
          </a:p>
          <a:p>
            <a:pPr marL="0" marR="0" lvl="0" indent="0" algn="l" rtl="0">
              <a:lnSpc>
                <a:spcPct val="115000"/>
              </a:lnSpc>
              <a:spcBef>
                <a:spcPts val="900"/>
              </a:spcBef>
              <a:spcAft>
                <a:spcPts val="0"/>
              </a:spcAft>
              <a:buClr>
                <a:schemeClr val="dk1"/>
              </a:buClr>
              <a:buSzPts val="800"/>
              <a:buFont typeface="Arial" panose="020B0604020202020204"/>
              <a:buNone/>
            </a:pPr>
            <a:endParaRPr sz="1500" b="0" i="0" u="none" strike="noStrike" cap="none" dirty="0">
              <a:solidFill>
                <a:srgbClr val="0F243E"/>
              </a:solidFill>
              <a:latin typeface="Lato" panose="020F0502020204030203"/>
              <a:ea typeface="Lato" panose="020F0502020204030203"/>
              <a:cs typeface="Lato" panose="020F0502020204030203"/>
              <a:sym typeface="Lato" panose="020F0502020204030203"/>
            </a:endParaRPr>
          </a:p>
          <a:p>
            <a:pPr marL="0" marR="0" lvl="0" indent="0" algn="l" rtl="0">
              <a:lnSpc>
                <a:spcPct val="160000"/>
              </a:lnSpc>
              <a:spcBef>
                <a:spcPts val="900"/>
              </a:spcBef>
              <a:spcAft>
                <a:spcPts val="0"/>
              </a:spcAft>
              <a:buClr>
                <a:srgbClr val="000000"/>
              </a:buClr>
              <a:buSzPts val="1200"/>
              <a:buFont typeface="Arial" panose="020B0604020202020204"/>
              <a:buNone/>
            </a:pPr>
            <a:endParaRPr sz="1500" b="0" i="0" u="none" strike="noStrike" cap="none" dirty="0">
              <a:solidFill>
                <a:srgbClr val="0F243E"/>
              </a:solidFill>
              <a:latin typeface="Lato" panose="020F0502020204030203"/>
              <a:ea typeface="Lato" panose="020F0502020204030203"/>
              <a:cs typeface="Lato" panose="020F0502020204030203"/>
              <a:sym typeface="Lato" panose="020F0502020204030203"/>
            </a:endParaRPr>
          </a:p>
        </p:txBody>
      </p:sp>
      <p:sp>
        <p:nvSpPr>
          <p:cNvPr id="215" name="Google Shape;215;p33"/>
          <p:cNvSpPr txBox="1"/>
          <p:nvPr/>
        </p:nvSpPr>
        <p:spPr>
          <a:xfrm>
            <a:off x="5072063" y="2305422"/>
            <a:ext cx="3525440" cy="207169"/>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1" i="0" u="none" strike="noStrike" cap="none">
                <a:solidFill>
                  <a:srgbClr val="FFFFFF"/>
                </a:solidFill>
                <a:latin typeface="Lato" panose="020F0502020204030203"/>
                <a:ea typeface="Lato" panose="020F0502020204030203"/>
                <a:cs typeface="Lato" panose="020F0502020204030203"/>
                <a:sym typeface="Lato" panose="020F0502020204030203"/>
              </a:rPr>
              <a:t>Key Logic:</a:t>
            </a:r>
            <a:endParaRPr sz="1400" b="1" i="0" u="none" strike="noStrike" cap="none">
              <a:solidFill>
                <a:srgbClr val="FFFFFF"/>
              </a:solidFill>
              <a:latin typeface="Lato" panose="020F0502020204030203"/>
              <a:ea typeface="Lato" panose="020F0502020204030203"/>
              <a:cs typeface="Lato" panose="020F0502020204030203"/>
              <a:sym typeface="Lato" panose="020F0502020204030203"/>
            </a:endParaRPr>
          </a:p>
        </p:txBody>
      </p:sp>
      <p:sp>
        <p:nvSpPr>
          <p:cNvPr id="216" name="Google Shape;216;p33"/>
          <p:cNvSpPr txBox="1"/>
          <p:nvPr/>
        </p:nvSpPr>
        <p:spPr>
          <a:xfrm>
            <a:off x="5072063" y="2740521"/>
            <a:ext cx="3357600" cy="1848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Clr>
                <a:srgbClr val="000000"/>
              </a:buClr>
              <a:buSzPts val="1200"/>
              <a:buFont typeface="Arial" panose="020B0604020202020204"/>
              <a:buNone/>
            </a:pPr>
            <a:r>
              <a:rPr lang="en-GB" sz="1200" b="0" i="0" u="none" strike="noStrike" cap="none">
                <a:solidFill>
                  <a:schemeClr val="lt1"/>
                </a:solidFill>
                <a:latin typeface="Lato" panose="020F0502020204030203"/>
                <a:ea typeface="Lato" panose="020F0502020204030203"/>
                <a:cs typeface="Lato" panose="020F0502020204030203"/>
                <a:sym typeface="Lato" panose="020F0502020204030203"/>
              </a:rPr>
              <a:t>• Add stock to holding</a:t>
            </a:r>
            <a:endParaRPr sz="1200" b="0" i="0" u="none" strike="noStrike" cap="none">
              <a:solidFill>
                <a:schemeClr val="lt1"/>
              </a:solidFill>
              <a:latin typeface="Lato" panose="020F0502020204030203"/>
              <a:ea typeface="Lato" panose="020F0502020204030203"/>
              <a:cs typeface="Lato" panose="020F0502020204030203"/>
              <a:sym typeface="Lato" panose="020F0502020204030203"/>
            </a:endParaRPr>
          </a:p>
        </p:txBody>
      </p:sp>
      <p:sp>
        <p:nvSpPr>
          <p:cNvPr id="217" name="Google Shape;217;p33"/>
          <p:cNvSpPr txBox="1"/>
          <p:nvPr/>
        </p:nvSpPr>
        <p:spPr>
          <a:xfrm>
            <a:off x="5072063" y="3099048"/>
            <a:ext cx="3357600" cy="1848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Clr>
                <a:srgbClr val="000000"/>
              </a:buClr>
              <a:buSzPts val="1200"/>
              <a:buFont typeface="Arial" panose="020B0604020202020204"/>
              <a:buNone/>
            </a:pPr>
            <a:r>
              <a:rPr lang="en-GB" sz="1200" b="0" i="0" u="none" strike="noStrike" cap="none">
                <a:solidFill>
                  <a:schemeClr val="lt1"/>
                </a:solidFill>
                <a:latin typeface="Lato" panose="020F0502020204030203"/>
                <a:ea typeface="Lato" panose="020F0502020204030203"/>
                <a:cs typeface="Lato" panose="020F0502020204030203"/>
                <a:sym typeface="Lato" panose="020F0502020204030203"/>
              </a:rPr>
              <a:t>• Calculate Market Value</a:t>
            </a:r>
            <a:endParaRPr sz="1200" b="0" i="0" u="none" strike="noStrike" cap="none">
              <a:solidFill>
                <a:schemeClr val="lt1"/>
              </a:solidFill>
              <a:latin typeface="Lato" panose="020F0502020204030203"/>
              <a:ea typeface="Lato" panose="020F0502020204030203"/>
              <a:cs typeface="Lato" panose="020F0502020204030203"/>
              <a:sym typeface="Lato" panose="020F0502020204030203"/>
            </a:endParaRPr>
          </a:p>
        </p:txBody>
      </p:sp>
      <p:sp>
        <p:nvSpPr>
          <p:cNvPr id="218" name="Google Shape;218;p33"/>
          <p:cNvSpPr txBox="1"/>
          <p:nvPr/>
        </p:nvSpPr>
        <p:spPr>
          <a:xfrm>
            <a:off x="5072063" y="3457575"/>
            <a:ext cx="3357600" cy="1848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Clr>
                <a:srgbClr val="000000"/>
              </a:buClr>
              <a:buSzPts val="1200"/>
              <a:buFont typeface="Arial" panose="020B0604020202020204"/>
              <a:buNone/>
            </a:pPr>
            <a:r>
              <a:rPr lang="en-GB" sz="1200" b="0" i="0" u="none" strike="noStrike" cap="none">
                <a:solidFill>
                  <a:schemeClr val="lt1"/>
                </a:solidFill>
                <a:latin typeface="Lato" panose="020F0502020204030203"/>
                <a:ea typeface="Lato" panose="020F0502020204030203"/>
                <a:cs typeface="Lato" panose="020F0502020204030203"/>
                <a:sym typeface="Lato" panose="020F0502020204030203"/>
              </a:rPr>
              <a:t>• Compute Real-time P/L</a:t>
            </a:r>
            <a:endParaRPr sz="1200" b="0" i="0" u="none" strike="noStrike" cap="none">
              <a:solidFill>
                <a:schemeClr val="lt1"/>
              </a:solidFill>
              <a:latin typeface="Lato" panose="020F0502020204030203"/>
              <a:ea typeface="Lato" panose="020F0502020204030203"/>
              <a:cs typeface="Lato" panose="020F0502020204030203"/>
              <a:sym typeface="Lato" panose="020F0502020204030203"/>
            </a:endParaRPr>
          </a:p>
        </p:txBody>
      </p:sp>
      <p:sp>
        <p:nvSpPr>
          <p:cNvPr id="219" name="Google Shape;219;p33"/>
          <p:cNvSpPr txBox="1"/>
          <p:nvPr/>
        </p:nvSpPr>
        <p:spPr>
          <a:xfrm>
            <a:off x="565070" y="326038"/>
            <a:ext cx="8551069" cy="464344"/>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2500"/>
              <a:buFont typeface="Arial" panose="020B0604020202020204"/>
              <a:buNone/>
            </a:pPr>
            <a:r>
              <a:rPr lang="en-GB" sz="2500" b="1" i="0" u="none" strike="noStrike" cap="none" dirty="0">
                <a:solidFill>
                  <a:srgbClr val="232F3E"/>
                </a:solidFill>
                <a:latin typeface="Poppins SemiBold" panose="00000600000000000000"/>
                <a:ea typeface="Poppins SemiBold" panose="00000600000000000000"/>
                <a:cs typeface="Poppins SemiBold" panose="00000600000000000000"/>
                <a:sym typeface="Poppins SemiBold" panose="00000600000000000000"/>
              </a:rPr>
              <a:t>BACKEND LOGIC: AWS LAMBDA</a:t>
            </a:r>
            <a:endParaRPr sz="2500" b="1" i="0" u="none" strike="noStrike" cap="none" dirty="0">
              <a:solidFill>
                <a:srgbClr val="232F3E"/>
              </a:solidFill>
              <a:latin typeface="Poppins SemiBold" panose="00000600000000000000"/>
              <a:ea typeface="Poppins SemiBold" panose="00000600000000000000"/>
              <a:cs typeface="Poppins SemiBold" panose="00000600000000000000"/>
              <a:sym typeface="Poppins SemiBold" panose="0000060000000000000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23"/>
        <p:cNvGrpSpPr/>
        <p:nvPr/>
      </p:nvGrpSpPr>
      <p:grpSpPr>
        <a:xfrm>
          <a:off x="0" y="0"/>
          <a:ext cx="0" cy="0"/>
          <a:chOff x="0" y="0"/>
          <a:chExt cx="0" cy="0"/>
        </a:xfrm>
      </p:grpSpPr>
      <p:pic>
        <p:nvPicPr>
          <p:cNvPr id="224" name="Google Shape;224;p34" descr="image.png"/>
          <p:cNvPicPr preferRelativeResize="0"/>
          <p:nvPr/>
        </p:nvPicPr>
        <p:blipFill rotWithShape="1">
          <a:blip r:embed="rId3"/>
          <a:srcRect/>
          <a:stretch>
            <a:fillRect/>
          </a:stretch>
        </p:blipFill>
        <p:spPr>
          <a:xfrm>
            <a:off x="0" y="0"/>
            <a:ext cx="9144000" cy="5143500"/>
          </a:xfrm>
          <a:prstGeom prst="rect">
            <a:avLst/>
          </a:prstGeom>
          <a:noFill/>
          <a:ln>
            <a:noFill/>
          </a:ln>
        </p:spPr>
      </p:pic>
      <p:pic>
        <p:nvPicPr>
          <p:cNvPr id="225" name="Google Shape;225;p34" descr="image.png"/>
          <p:cNvPicPr preferRelativeResize="0"/>
          <p:nvPr/>
        </p:nvPicPr>
        <p:blipFill rotWithShape="1">
          <a:blip r:embed="rId4"/>
          <a:srcRect/>
          <a:stretch>
            <a:fillRect/>
          </a:stretch>
        </p:blipFill>
        <p:spPr>
          <a:xfrm>
            <a:off x="629603" y="1438037"/>
            <a:ext cx="1428750" cy="1428750"/>
          </a:xfrm>
          <a:prstGeom prst="rect">
            <a:avLst/>
          </a:prstGeom>
          <a:noFill/>
          <a:ln>
            <a:noFill/>
          </a:ln>
        </p:spPr>
      </p:pic>
      <p:sp>
        <p:nvSpPr>
          <p:cNvPr id="226" name="Google Shape;226;p34"/>
          <p:cNvSpPr txBox="1"/>
          <p:nvPr/>
        </p:nvSpPr>
        <p:spPr>
          <a:xfrm>
            <a:off x="2724626" y="1005364"/>
            <a:ext cx="5001101" cy="276701"/>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1800"/>
              <a:buFont typeface="Arial" panose="020B0604020202020204"/>
              <a:buNone/>
            </a:pPr>
            <a:r>
              <a:rPr lang="en-GB" sz="1800" b="1" i="0" u="none" strike="noStrike" cap="none">
                <a:solidFill>
                  <a:srgbClr val="0F243E"/>
                </a:solidFill>
                <a:latin typeface="Poppins" panose="00000600000000000000"/>
                <a:ea typeface="Poppins" panose="00000600000000000000"/>
                <a:cs typeface="Poppins" panose="00000600000000000000"/>
                <a:sym typeface="Poppins" panose="00000600000000000000"/>
              </a:rPr>
              <a:t>High-Speed Persistence</a:t>
            </a:r>
            <a:endParaRPr sz="1800" b="1" i="0" u="none" strike="noStrike" cap="none">
              <a:solidFill>
                <a:srgbClr val="0F243E"/>
              </a:solidFill>
              <a:latin typeface="Poppins" panose="00000600000000000000"/>
              <a:ea typeface="Poppins" panose="00000600000000000000"/>
              <a:cs typeface="Poppins" panose="00000600000000000000"/>
              <a:sym typeface="Poppins" panose="00000600000000000000"/>
            </a:endParaRPr>
          </a:p>
        </p:txBody>
      </p:sp>
      <p:sp>
        <p:nvSpPr>
          <p:cNvPr id="227" name="Google Shape;227;p34"/>
          <p:cNvSpPr txBox="1"/>
          <p:nvPr/>
        </p:nvSpPr>
        <p:spPr>
          <a:xfrm>
            <a:off x="2725579" y="1324928"/>
            <a:ext cx="5989796" cy="3962876"/>
          </a:xfrm>
          <a:prstGeom prst="rect">
            <a:avLst/>
          </a:prstGeom>
          <a:noFill/>
          <a:ln>
            <a:noFill/>
          </a:ln>
        </p:spPr>
        <p:txBody>
          <a:bodyPr spcFirstLastPara="1" wrap="square" lIns="0" tIns="0" rIns="0" bIns="0" anchor="t" anchorCtr="0">
            <a:noAutofit/>
          </a:bodyPr>
          <a:lstStyle/>
          <a:p>
            <a:pPr marL="0" marR="0" lvl="0" indent="0" algn="l" rtl="0">
              <a:lnSpc>
                <a:spcPct val="115000"/>
              </a:lnSpc>
              <a:spcBef>
                <a:spcPts val="900"/>
              </a:spcBef>
              <a:spcAft>
                <a:spcPts val="0"/>
              </a:spcAft>
              <a:buClr>
                <a:schemeClr val="dk1"/>
              </a:buClr>
              <a:buSzPts val="800"/>
              <a:buFont typeface="Arial" panose="020B0604020202020204"/>
              <a:buNone/>
            </a:pPr>
            <a:r>
              <a:rPr lang="en-GB" sz="1600" b="0" i="0" u="none" strike="noStrike" cap="none">
                <a:solidFill>
                  <a:srgbClr val="0F243E"/>
                </a:solidFill>
                <a:latin typeface="Arial" panose="020B0604020202020204"/>
                <a:ea typeface="Arial" panose="020B0604020202020204"/>
                <a:cs typeface="Arial" panose="020B0604020202020204"/>
                <a:sym typeface="Arial" panose="020B0604020202020204"/>
              </a:rPr>
              <a:t>DynamoDB provides fast, single-digit millisecond data access, ensuring portfolio information is retrieved and updated instantly.</a:t>
            </a:r>
            <a:endParaRPr sz="1600" b="0" i="0" u="none" strike="noStrike" cap="none">
              <a:solidFill>
                <a:srgbClr val="0F243E"/>
              </a:solidFill>
              <a:latin typeface="Arial" panose="020B0604020202020204"/>
              <a:ea typeface="Arial" panose="020B0604020202020204"/>
              <a:cs typeface="Arial" panose="020B0604020202020204"/>
              <a:sym typeface="Arial" panose="020B0604020202020204"/>
            </a:endParaRPr>
          </a:p>
          <a:p>
            <a:pPr marL="0" marR="0" lvl="0" indent="0" algn="l" rtl="0">
              <a:lnSpc>
                <a:spcPct val="115000"/>
              </a:lnSpc>
              <a:spcBef>
                <a:spcPts val="900"/>
              </a:spcBef>
              <a:spcAft>
                <a:spcPts val="0"/>
              </a:spcAft>
              <a:buClr>
                <a:schemeClr val="dk1"/>
              </a:buClr>
              <a:buSzPts val="800"/>
              <a:buFont typeface="Arial" panose="020B0604020202020204"/>
              <a:buNone/>
            </a:pPr>
            <a:r>
              <a:rPr lang="en-GB" sz="1600" b="1" i="0" u="none" strike="noStrike" cap="none">
                <a:solidFill>
                  <a:srgbClr val="0F243E"/>
                </a:solidFill>
                <a:latin typeface="Arial" panose="020B0604020202020204"/>
                <a:ea typeface="Arial" panose="020B0604020202020204"/>
                <a:cs typeface="Arial" panose="020B0604020202020204"/>
                <a:sym typeface="Arial" panose="020B0604020202020204"/>
              </a:rPr>
              <a:t>Fully Managed NoSQL:</a:t>
            </a:r>
            <a:r>
              <a:rPr lang="en-GB" sz="1600" b="0" i="0" u="none" strike="noStrike" cap="none">
                <a:solidFill>
                  <a:srgbClr val="0F243E"/>
                </a:solidFill>
                <a:latin typeface="Arial" panose="020B0604020202020204"/>
                <a:ea typeface="Arial" panose="020B0604020202020204"/>
                <a:cs typeface="Arial" panose="020B0604020202020204"/>
                <a:sym typeface="Arial" panose="020B0604020202020204"/>
              </a:rPr>
              <a:t> As a serverless key-value store, it handles replication, durability, and schema flexibility without manual maintenance.</a:t>
            </a:r>
            <a:endParaRPr sz="1600" b="0" i="0" u="none" strike="noStrike" cap="none">
              <a:solidFill>
                <a:srgbClr val="0F243E"/>
              </a:solidFill>
              <a:latin typeface="Arial" panose="020B0604020202020204"/>
              <a:ea typeface="Arial" panose="020B0604020202020204"/>
              <a:cs typeface="Arial" panose="020B0604020202020204"/>
              <a:sym typeface="Arial" panose="020B0604020202020204"/>
            </a:endParaRPr>
          </a:p>
          <a:p>
            <a:pPr marL="0" marR="0" lvl="0" indent="0" algn="l" rtl="0">
              <a:lnSpc>
                <a:spcPct val="115000"/>
              </a:lnSpc>
              <a:spcBef>
                <a:spcPts val="900"/>
              </a:spcBef>
              <a:spcAft>
                <a:spcPts val="0"/>
              </a:spcAft>
              <a:buClr>
                <a:schemeClr val="dk1"/>
              </a:buClr>
              <a:buSzPts val="800"/>
              <a:buFont typeface="Arial" panose="020B0604020202020204"/>
              <a:buNone/>
            </a:pPr>
            <a:r>
              <a:rPr lang="en-GB" sz="1600" b="1" i="0" u="none" strike="noStrike" cap="none">
                <a:solidFill>
                  <a:srgbClr val="0F243E"/>
                </a:solidFill>
                <a:latin typeface="Arial" panose="020B0604020202020204"/>
                <a:ea typeface="Arial" panose="020B0604020202020204"/>
                <a:cs typeface="Arial" panose="020B0604020202020204"/>
                <a:sym typeface="Arial" panose="020B0604020202020204"/>
              </a:rPr>
              <a:t>Investor Data Storage:</a:t>
            </a:r>
            <a:r>
              <a:rPr lang="en-GB" sz="1600" b="0" i="0" u="none" strike="noStrike" cap="none">
                <a:solidFill>
                  <a:srgbClr val="0F243E"/>
                </a:solidFill>
                <a:latin typeface="Arial" panose="020B0604020202020204"/>
                <a:ea typeface="Arial" panose="020B0604020202020204"/>
                <a:cs typeface="Arial" panose="020B0604020202020204"/>
                <a:sym typeface="Arial" panose="020B0604020202020204"/>
              </a:rPr>
              <a:t> The database stores user holdings with </a:t>
            </a:r>
            <a:r>
              <a:rPr lang="en-GB" sz="1600" b="1" i="0" u="none" strike="noStrike" cap="none">
                <a:solidFill>
                  <a:srgbClr val="0F243E"/>
                </a:solidFill>
                <a:latin typeface="Arial" panose="020B0604020202020204"/>
                <a:ea typeface="Arial" panose="020B0604020202020204"/>
                <a:cs typeface="Arial" panose="020B0604020202020204"/>
                <a:sym typeface="Arial" panose="020B0604020202020204"/>
              </a:rPr>
              <a:t>User ID</a:t>
            </a:r>
            <a:r>
              <a:rPr lang="en-GB" sz="1600" b="0" i="0" u="none" strike="noStrike" cap="none">
                <a:solidFill>
                  <a:srgbClr val="0F243E"/>
                </a:solidFill>
                <a:latin typeface="Arial" panose="020B0604020202020204"/>
                <a:ea typeface="Arial" panose="020B0604020202020204"/>
                <a:cs typeface="Arial" panose="020B0604020202020204"/>
                <a:sym typeface="Arial" panose="020B0604020202020204"/>
              </a:rPr>
              <a:t> as the partition key and </a:t>
            </a:r>
            <a:r>
              <a:rPr lang="en-GB" sz="1600" b="1" i="0" u="none" strike="noStrike" cap="none">
                <a:solidFill>
                  <a:srgbClr val="0F243E"/>
                </a:solidFill>
                <a:latin typeface="Arial" panose="020B0604020202020204"/>
                <a:ea typeface="Arial" panose="020B0604020202020204"/>
                <a:cs typeface="Arial" panose="020B0604020202020204"/>
                <a:sym typeface="Arial" panose="020B0604020202020204"/>
              </a:rPr>
              <a:t>Stock Symbol</a:t>
            </a:r>
            <a:r>
              <a:rPr lang="en-GB" sz="1600" b="0" i="0" u="none" strike="noStrike" cap="none">
                <a:solidFill>
                  <a:srgbClr val="0F243E"/>
                </a:solidFill>
                <a:latin typeface="Arial" panose="020B0604020202020204"/>
                <a:ea typeface="Arial" panose="020B0604020202020204"/>
                <a:cs typeface="Arial" panose="020B0604020202020204"/>
                <a:sym typeface="Arial" panose="020B0604020202020204"/>
              </a:rPr>
              <a:t> as the sort key, along with attributes like quantity, average buy price, and timestamp.</a:t>
            </a:r>
            <a:endParaRPr sz="1600" b="0" i="0" u="none" strike="noStrike" cap="none">
              <a:solidFill>
                <a:srgbClr val="0F243E"/>
              </a:solidFill>
              <a:latin typeface="Arial" panose="020B0604020202020204"/>
              <a:ea typeface="Arial" panose="020B0604020202020204"/>
              <a:cs typeface="Arial" panose="020B0604020202020204"/>
              <a:sym typeface="Arial" panose="020B0604020202020204"/>
            </a:endParaRPr>
          </a:p>
          <a:p>
            <a:pPr marL="0" marR="0" lvl="0" indent="0" algn="l" rtl="0">
              <a:lnSpc>
                <a:spcPct val="115000"/>
              </a:lnSpc>
              <a:spcBef>
                <a:spcPts val="900"/>
              </a:spcBef>
              <a:spcAft>
                <a:spcPts val="0"/>
              </a:spcAft>
              <a:buClr>
                <a:schemeClr val="dk1"/>
              </a:buClr>
              <a:buSzPts val="800"/>
              <a:buFont typeface="Arial" panose="020B0604020202020204"/>
              <a:buNone/>
            </a:pPr>
            <a:r>
              <a:rPr lang="en-GB" sz="1600" b="1" i="0" u="none" strike="noStrike" cap="none">
                <a:solidFill>
                  <a:srgbClr val="0F243E"/>
                </a:solidFill>
                <a:latin typeface="Arial" panose="020B0604020202020204"/>
                <a:ea typeface="Arial" panose="020B0604020202020204"/>
                <a:cs typeface="Arial" panose="020B0604020202020204"/>
                <a:sym typeface="Arial" panose="020B0604020202020204"/>
              </a:rPr>
              <a:t>Scalability &amp; Performance:</a:t>
            </a:r>
            <a:r>
              <a:rPr lang="en-GB" sz="1600" b="0" i="0" u="none" strike="noStrike" cap="none">
                <a:solidFill>
                  <a:srgbClr val="0F243E"/>
                </a:solidFill>
                <a:latin typeface="Arial" panose="020B0604020202020204"/>
                <a:ea typeface="Arial" panose="020B0604020202020204"/>
                <a:cs typeface="Arial" panose="020B0604020202020204"/>
                <a:sym typeface="Arial" panose="020B0604020202020204"/>
              </a:rPr>
              <a:t> DynamoDB auto-scales to handle traffic spikes and maintains consistent low-latency performance, ensuring a responsive user experience.</a:t>
            </a:r>
            <a:endParaRPr sz="1600" b="0" i="0" u="none" strike="noStrike" cap="none">
              <a:solidFill>
                <a:srgbClr val="0F243E"/>
              </a:solidFill>
              <a:latin typeface="Arial" panose="020B0604020202020204"/>
              <a:ea typeface="Arial" panose="020B0604020202020204"/>
              <a:cs typeface="Arial" panose="020B0604020202020204"/>
              <a:sym typeface="Arial" panose="020B0604020202020204"/>
            </a:endParaRPr>
          </a:p>
          <a:p>
            <a:pPr marL="0" marR="0" lvl="0" indent="0" algn="l" rtl="0">
              <a:lnSpc>
                <a:spcPct val="160000"/>
              </a:lnSpc>
              <a:spcBef>
                <a:spcPts val="900"/>
              </a:spcBef>
              <a:spcAft>
                <a:spcPts val="0"/>
              </a:spcAft>
              <a:buClr>
                <a:srgbClr val="000000"/>
              </a:buClr>
              <a:buSzPts val="1200"/>
              <a:buFont typeface="Arial" panose="020B0604020202020204"/>
              <a:buNone/>
            </a:pPr>
            <a:endParaRPr sz="1600" b="1" i="0" u="none" strike="noStrike" cap="none">
              <a:solidFill>
                <a:srgbClr val="0F243E"/>
              </a:solidFill>
              <a:latin typeface="Lato" panose="020F0502020204030203"/>
              <a:ea typeface="Lato" panose="020F0502020204030203"/>
              <a:cs typeface="Lato" panose="020F0502020204030203"/>
              <a:sym typeface="Lato" panose="020F0502020204030203"/>
            </a:endParaRPr>
          </a:p>
        </p:txBody>
      </p:sp>
      <p:sp>
        <p:nvSpPr>
          <p:cNvPr id="228" name="Google Shape;228;p34"/>
          <p:cNvSpPr txBox="1"/>
          <p:nvPr/>
        </p:nvSpPr>
        <p:spPr>
          <a:xfrm>
            <a:off x="571500" y="428625"/>
            <a:ext cx="8551125" cy="4644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2500"/>
              <a:buFont typeface="Arial" panose="020B0604020202020204"/>
              <a:buNone/>
            </a:pPr>
            <a:r>
              <a:rPr lang="en-GB" sz="2500" b="1" i="0" u="none" strike="noStrike" cap="none">
                <a:solidFill>
                  <a:srgbClr val="232F3E"/>
                </a:solidFill>
                <a:latin typeface="Poppins SemiBold" panose="00000600000000000000"/>
                <a:ea typeface="Poppins SemiBold" panose="00000600000000000000"/>
                <a:cs typeface="Poppins SemiBold" panose="00000600000000000000"/>
                <a:sym typeface="Poppins SemiBold" panose="00000600000000000000"/>
              </a:rPr>
              <a:t>DATA LAYER: AMAZON DYNAMODB</a:t>
            </a:r>
            <a:endParaRPr sz="2500" b="1" i="0" u="none" strike="noStrike" cap="none">
              <a:solidFill>
                <a:srgbClr val="232F3E"/>
              </a:solidFill>
              <a:latin typeface="Poppins SemiBold" panose="00000600000000000000"/>
              <a:ea typeface="Poppins SemiBold" panose="00000600000000000000"/>
              <a:cs typeface="Poppins SemiBold" panose="00000600000000000000"/>
              <a:sym typeface="Poppins SemiBold" panose="0000060000000000000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32"/>
        <p:cNvGrpSpPr/>
        <p:nvPr/>
      </p:nvGrpSpPr>
      <p:grpSpPr>
        <a:xfrm>
          <a:off x="0" y="0"/>
          <a:ext cx="0" cy="0"/>
          <a:chOff x="0" y="0"/>
          <a:chExt cx="0" cy="0"/>
        </a:xfrm>
      </p:grpSpPr>
      <p:pic>
        <p:nvPicPr>
          <p:cNvPr id="233" name="Google Shape;233;p35" descr="image.png"/>
          <p:cNvPicPr preferRelativeResize="0"/>
          <p:nvPr/>
        </p:nvPicPr>
        <p:blipFill rotWithShape="1">
          <a:blip r:embed="rId3"/>
          <a:srcRect/>
          <a:stretch>
            <a:fillRect/>
          </a:stretch>
        </p:blipFill>
        <p:spPr>
          <a:xfrm>
            <a:off x="0" y="0"/>
            <a:ext cx="9144000" cy="5143500"/>
          </a:xfrm>
          <a:prstGeom prst="rect">
            <a:avLst/>
          </a:prstGeom>
          <a:noFill/>
          <a:ln>
            <a:noFill/>
          </a:ln>
        </p:spPr>
      </p:pic>
      <p:pic>
        <p:nvPicPr>
          <p:cNvPr id="234" name="Google Shape;234;p35" descr="image.png"/>
          <p:cNvPicPr preferRelativeResize="0"/>
          <p:nvPr/>
        </p:nvPicPr>
        <p:blipFill rotWithShape="1">
          <a:blip r:embed="rId4"/>
          <a:srcRect/>
          <a:stretch>
            <a:fillRect/>
          </a:stretch>
        </p:blipFill>
        <p:spPr>
          <a:xfrm>
            <a:off x="2268203" y="1513663"/>
            <a:ext cx="357188" cy="357188"/>
          </a:xfrm>
          <a:prstGeom prst="rect">
            <a:avLst/>
          </a:prstGeom>
          <a:noFill/>
          <a:ln>
            <a:noFill/>
          </a:ln>
        </p:spPr>
      </p:pic>
      <p:sp>
        <p:nvSpPr>
          <p:cNvPr id="235" name="Google Shape;235;p35"/>
          <p:cNvSpPr txBox="1"/>
          <p:nvPr/>
        </p:nvSpPr>
        <p:spPr>
          <a:xfrm>
            <a:off x="627750" y="2056000"/>
            <a:ext cx="3638100" cy="277200"/>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Clr>
                <a:srgbClr val="000000"/>
              </a:buClr>
              <a:buSzPts val="1800"/>
              <a:buFont typeface="Arial" panose="020B0604020202020204"/>
              <a:buNone/>
            </a:pPr>
            <a:r>
              <a:rPr lang="en-GB" sz="1800" b="1" i="0" u="none" strike="noStrike" cap="none">
                <a:solidFill>
                  <a:srgbClr val="0F243E"/>
                </a:solidFill>
                <a:latin typeface="Poppins" panose="00000600000000000000"/>
                <a:ea typeface="Poppins" panose="00000600000000000000"/>
                <a:cs typeface="Poppins" panose="00000600000000000000"/>
                <a:sym typeface="Poppins" panose="00000600000000000000"/>
              </a:rPr>
              <a:t>Finnhub API</a:t>
            </a:r>
            <a:endParaRPr sz="1800" b="1" i="0" u="none" strike="noStrike" cap="none">
              <a:solidFill>
                <a:srgbClr val="0F243E"/>
              </a:solidFill>
              <a:latin typeface="Poppins" panose="00000600000000000000"/>
              <a:ea typeface="Poppins" panose="00000600000000000000"/>
              <a:cs typeface="Poppins" panose="00000600000000000000"/>
              <a:sym typeface="Poppins" panose="00000600000000000000"/>
            </a:endParaRPr>
          </a:p>
        </p:txBody>
      </p:sp>
      <p:sp>
        <p:nvSpPr>
          <p:cNvPr id="236" name="Google Shape;236;p35"/>
          <p:cNvSpPr txBox="1"/>
          <p:nvPr/>
        </p:nvSpPr>
        <p:spPr>
          <a:xfrm>
            <a:off x="714375" y="2571750"/>
            <a:ext cx="3258900" cy="1936500"/>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Clr>
                <a:srgbClr val="000000"/>
              </a:buClr>
              <a:buSzPts val="1200"/>
              <a:buFont typeface="Arial" panose="020B0604020202020204"/>
              <a:buNone/>
            </a:pPr>
            <a:r>
              <a:rPr lang="en-GB" sz="1700" b="0" i="0" u="none" strike="noStrike" cap="none">
                <a:solidFill>
                  <a:srgbClr val="475569"/>
                </a:solidFill>
                <a:latin typeface="Lato" panose="020F0502020204030203"/>
                <a:ea typeface="Lato" panose="020F0502020204030203"/>
                <a:cs typeface="Lato" panose="020F0502020204030203"/>
                <a:sym typeface="Lato" panose="020F0502020204030203"/>
              </a:rPr>
              <a:t>Connects to live market APIs to fetch current stock prices ($P_c$) instantly, ensuring accurate portfolio valuation and real-time P/L calculations.</a:t>
            </a:r>
            <a:endParaRPr sz="1700" b="0" i="0" u="none" strike="noStrike" cap="none">
              <a:solidFill>
                <a:srgbClr val="475569"/>
              </a:solidFill>
              <a:latin typeface="Lato" panose="020F0502020204030203"/>
              <a:ea typeface="Lato" panose="020F0502020204030203"/>
              <a:cs typeface="Lato" panose="020F0502020204030203"/>
              <a:sym typeface="Lato" panose="020F0502020204030203"/>
            </a:endParaRPr>
          </a:p>
        </p:txBody>
      </p:sp>
      <p:pic>
        <p:nvPicPr>
          <p:cNvPr id="237" name="Google Shape;237;p35" descr="image.png"/>
          <p:cNvPicPr preferRelativeResize="0"/>
          <p:nvPr/>
        </p:nvPicPr>
        <p:blipFill rotWithShape="1">
          <a:blip r:embed="rId5"/>
          <a:srcRect/>
          <a:stretch>
            <a:fillRect/>
          </a:stretch>
        </p:blipFill>
        <p:spPr>
          <a:xfrm>
            <a:off x="6518759" y="1513663"/>
            <a:ext cx="357188" cy="357188"/>
          </a:xfrm>
          <a:prstGeom prst="rect">
            <a:avLst/>
          </a:prstGeom>
          <a:noFill/>
          <a:ln>
            <a:noFill/>
          </a:ln>
        </p:spPr>
      </p:pic>
      <p:sp>
        <p:nvSpPr>
          <p:cNvPr id="238" name="Google Shape;238;p35"/>
          <p:cNvSpPr txBox="1"/>
          <p:nvPr/>
        </p:nvSpPr>
        <p:spPr>
          <a:xfrm>
            <a:off x="4878300" y="2022007"/>
            <a:ext cx="3638100" cy="277200"/>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Clr>
                <a:srgbClr val="000000"/>
              </a:buClr>
              <a:buSzPts val="1800"/>
              <a:buFont typeface="Arial" panose="020B0604020202020204"/>
              <a:buNone/>
            </a:pPr>
            <a:r>
              <a:rPr lang="en-GB" sz="1800" b="1" i="0" u="none" strike="noStrike" cap="none">
                <a:solidFill>
                  <a:srgbClr val="0F243E"/>
                </a:solidFill>
                <a:latin typeface="Poppins" panose="00000600000000000000"/>
                <a:ea typeface="Poppins" panose="00000600000000000000"/>
                <a:cs typeface="Poppins" panose="00000600000000000000"/>
                <a:sym typeface="Poppins" panose="00000600000000000000"/>
              </a:rPr>
              <a:t>Mock Provider</a:t>
            </a:r>
            <a:endParaRPr sz="1800" b="1" i="0" u="none" strike="noStrike" cap="none">
              <a:solidFill>
                <a:srgbClr val="0F243E"/>
              </a:solidFill>
              <a:latin typeface="Poppins" panose="00000600000000000000"/>
              <a:ea typeface="Poppins" panose="00000600000000000000"/>
              <a:cs typeface="Poppins" panose="00000600000000000000"/>
              <a:sym typeface="Poppins" panose="00000600000000000000"/>
            </a:endParaRPr>
          </a:p>
        </p:txBody>
      </p:sp>
      <p:sp>
        <p:nvSpPr>
          <p:cNvPr id="239" name="Google Shape;239;p35"/>
          <p:cNvSpPr txBox="1"/>
          <p:nvPr/>
        </p:nvSpPr>
        <p:spPr>
          <a:xfrm>
            <a:off x="5388425" y="2450350"/>
            <a:ext cx="3041100" cy="1936500"/>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Clr>
                <a:srgbClr val="000000"/>
              </a:buClr>
              <a:buSzPts val="1200"/>
              <a:buFont typeface="Arial" panose="020B0604020202020204"/>
              <a:buNone/>
            </a:pPr>
            <a:r>
              <a:rPr lang="en-GB" sz="1700" b="0" i="0" u="none" strike="noStrike" cap="none">
                <a:solidFill>
                  <a:srgbClr val="475569"/>
                </a:solidFill>
                <a:latin typeface="Lato" panose="020F0502020204030203"/>
                <a:ea typeface="Lato" panose="020F0502020204030203"/>
                <a:cs typeface="Lato" panose="020F0502020204030203"/>
                <a:sym typeface="Lato" panose="020F0502020204030203"/>
              </a:rPr>
              <a:t>Acts as a fallback during development, demos, or when API limits are reached, generating realistic price data to keep the application functional.</a:t>
            </a:r>
            <a:endParaRPr sz="1700" b="0" i="0" u="none" strike="noStrike" cap="none">
              <a:solidFill>
                <a:srgbClr val="475569"/>
              </a:solidFill>
              <a:latin typeface="Lato" panose="020F0502020204030203"/>
              <a:ea typeface="Lato" panose="020F0502020204030203"/>
              <a:cs typeface="Lato" panose="020F0502020204030203"/>
              <a:sym typeface="Lato" panose="020F0502020204030203"/>
            </a:endParaRPr>
          </a:p>
        </p:txBody>
      </p:sp>
      <p:sp>
        <p:nvSpPr>
          <p:cNvPr id="240" name="Google Shape;240;p35"/>
          <p:cNvSpPr txBox="1"/>
          <p:nvPr/>
        </p:nvSpPr>
        <p:spPr>
          <a:xfrm>
            <a:off x="571500" y="428625"/>
            <a:ext cx="8551069" cy="464344"/>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2500"/>
              <a:buFont typeface="Arial" panose="020B0604020202020204"/>
              <a:buNone/>
            </a:pPr>
            <a:r>
              <a:rPr lang="en-GB" sz="2500" b="1" i="0" u="none" strike="noStrike" cap="none">
                <a:solidFill>
                  <a:srgbClr val="232F3E"/>
                </a:solidFill>
                <a:latin typeface="Poppins SemiBold" panose="00000600000000000000"/>
                <a:ea typeface="Poppins SemiBold" panose="00000600000000000000"/>
                <a:cs typeface="Poppins SemiBold" panose="00000600000000000000"/>
                <a:sym typeface="Poppins SemiBold" panose="00000600000000000000"/>
              </a:rPr>
              <a:t>REAL-TIME DATA INTEGRATION</a:t>
            </a:r>
            <a:endParaRPr sz="2500" b="1" i="0" u="none" strike="noStrike" cap="none">
              <a:solidFill>
                <a:srgbClr val="232F3E"/>
              </a:solidFill>
              <a:latin typeface="Poppins SemiBold" panose="00000600000000000000"/>
              <a:ea typeface="Poppins SemiBold" panose="00000600000000000000"/>
              <a:cs typeface="Poppins SemiBold" panose="00000600000000000000"/>
              <a:sym typeface="Poppins SemiBold" panose="0000060000000000000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44"/>
        <p:cNvGrpSpPr/>
        <p:nvPr/>
      </p:nvGrpSpPr>
      <p:grpSpPr>
        <a:xfrm>
          <a:off x="0" y="0"/>
          <a:ext cx="0" cy="0"/>
          <a:chOff x="0" y="0"/>
          <a:chExt cx="0" cy="0"/>
        </a:xfrm>
      </p:grpSpPr>
      <p:pic>
        <p:nvPicPr>
          <p:cNvPr id="245" name="Google Shape;245;p36" descr="image.png"/>
          <p:cNvPicPr preferRelativeResize="0"/>
          <p:nvPr/>
        </p:nvPicPr>
        <p:blipFill rotWithShape="1">
          <a:blip r:embed="rId3"/>
          <a:srcRect/>
          <a:stretch>
            <a:fillRect/>
          </a:stretch>
        </p:blipFill>
        <p:spPr>
          <a:xfrm>
            <a:off x="0" y="0"/>
            <a:ext cx="9144000" cy="5143500"/>
          </a:xfrm>
          <a:prstGeom prst="rect">
            <a:avLst/>
          </a:prstGeom>
          <a:noFill/>
          <a:ln>
            <a:noFill/>
          </a:ln>
        </p:spPr>
      </p:pic>
      <p:pic>
        <p:nvPicPr>
          <p:cNvPr id="246" name="Google Shape;246;p36" descr="image.png"/>
          <p:cNvPicPr preferRelativeResize="0"/>
          <p:nvPr/>
        </p:nvPicPr>
        <p:blipFill rotWithShape="1">
          <a:blip r:embed="rId4"/>
          <a:srcRect/>
          <a:stretch>
            <a:fillRect/>
          </a:stretch>
        </p:blipFill>
        <p:spPr>
          <a:xfrm>
            <a:off x="428625" y="1673423"/>
            <a:ext cx="8286750" cy="2546747"/>
          </a:xfrm>
          <a:prstGeom prst="rect">
            <a:avLst/>
          </a:prstGeom>
          <a:noFill/>
          <a:ln>
            <a:noFill/>
          </a:ln>
        </p:spPr>
      </p:pic>
      <p:sp>
        <p:nvSpPr>
          <p:cNvPr id="247" name="Google Shape;247;p36"/>
          <p:cNvSpPr txBox="1"/>
          <p:nvPr/>
        </p:nvSpPr>
        <p:spPr>
          <a:xfrm>
            <a:off x="521494" y="1959173"/>
            <a:ext cx="8100900" cy="277200"/>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Clr>
                <a:srgbClr val="000000"/>
              </a:buClr>
              <a:buSzPts val="1800"/>
              <a:buFont typeface="Arial" panose="020B0604020202020204"/>
              <a:buNone/>
            </a:pPr>
            <a:r>
              <a:rPr lang="en-GB" sz="1800" b="1" i="0" u="none" strike="noStrike" cap="none" dirty="0">
                <a:solidFill>
                  <a:schemeClr val="accent6">
                    <a:lumMod val="75000"/>
                  </a:schemeClr>
                </a:solidFill>
                <a:latin typeface="Poppins" panose="00000600000000000000"/>
                <a:ea typeface="Poppins" panose="00000600000000000000"/>
                <a:cs typeface="Poppins" panose="00000600000000000000"/>
                <a:sym typeface="Poppins" panose="00000600000000000000"/>
              </a:rPr>
              <a:t>1. Market Value Calculation</a:t>
            </a:r>
            <a:endParaRPr sz="1800" b="1" i="0" u="none" strike="noStrike" cap="none" dirty="0">
              <a:solidFill>
                <a:schemeClr val="accent6">
                  <a:lumMod val="75000"/>
                </a:schemeClr>
              </a:solidFill>
              <a:latin typeface="Poppins" panose="00000600000000000000"/>
              <a:ea typeface="Poppins" panose="00000600000000000000"/>
              <a:cs typeface="Poppins" panose="00000600000000000000"/>
              <a:sym typeface="Poppins" panose="00000600000000000000"/>
            </a:endParaRPr>
          </a:p>
        </p:txBody>
      </p:sp>
      <p:pic>
        <p:nvPicPr>
          <p:cNvPr id="248" name="Google Shape;248;p36" descr="image.png"/>
          <p:cNvPicPr preferRelativeResize="0"/>
          <p:nvPr/>
        </p:nvPicPr>
        <p:blipFill rotWithShape="1">
          <a:blip r:embed="rId5"/>
          <a:srcRect/>
          <a:stretch>
            <a:fillRect/>
          </a:stretch>
        </p:blipFill>
        <p:spPr>
          <a:xfrm>
            <a:off x="714375" y="2409230"/>
            <a:ext cx="7715250" cy="230386"/>
          </a:xfrm>
          <a:prstGeom prst="rect">
            <a:avLst/>
          </a:prstGeom>
          <a:noFill/>
          <a:ln>
            <a:noFill/>
          </a:ln>
        </p:spPr>
      </p:pic>
      <p:sp>
        <p:nvSpPr>
          <p:cNvPr id="249" name="Google Shape;249;p36"/>
          <p:cNvSpPr/>
          <p:nvPr/>
        </p:nvSpPr>
        <p:spPr>
          <a:xfrm>
            <a:off x="714375" y="2925365"/>
            <a:ext cx="7715250" cy="7144"/>
          </a:xfrm>
          <a:prstGeom prst="rect">
            <a:avLst/>
          </a:prstGeom>
          <a:solidFill>
            <a:srgbClr val="CBD5E1"/>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panose="020B0604020202020204"/>
              <a:buNone/>
            </a:pPr>
            <a:endParaRPr sz="14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250" name="Google Shape;250;p36"/>
          <p:cNvSpPr txBox="1"/>
          <p:nvPr/>
        </p:nvSpPr>
        <p:spPr>
          <a:xfrm>
            <a:off x="521494" y="3218259"/>
            <a:ext cx="8100900" cy="277200"/>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Clr>
                <a:srgbClr val="000000"/>
              </a:buClr>
              <a:buSzPts val="1800"/>
              <a:buFont typeface="Arial" panose="020B0604020202020204"/>
              <a:buNone/>
            </a:pPr>
            <a:r>
              <a:rPr lang="en-GB" sz="1800" b="1" i="0" u="none" strike="noStrike" cap="none" dirty="0">
                <a:solidFill>
                  <a:schemeClr val="accent6">
                    <a:lumMod val="75000"/>
                  </a:schemeClr>
                </a:solidFill>
                <a:latin typeface="Poppins" panose="00000600000000000000"/>
                <a:ea typeface="Poppins" panose="00000600000000000000"/>
                <a:cs typeface="Poppins" panose="00000600000000000000"/>
                <a:sym typeface="Poppins" panose="00000600000000000000"/>
              </a:rPr>
              <a:t>2. Unrealized Profit / Loss</a:t>
            </a:r>
            <a:endParaRPr sz="1800" b="1" i="0" u="none" strike="noStrike" cap="none" dirty="0">
              <a:solidFill>
                <a:schemeClr val="accent6">
                  <a:lumMod val="75000"/>
                </a:schemeClr>
              </a:solidFill>
              <a:latin typeface="Poppins" panose="00000600000000000000"/>
              <a:ea typeface="Poppins" panose="00000600000000000000"/>
              <a:cs typeface="Poppins" panose="00000600000000000000"/>
              <a:sym typeface="Poppins" panose="00000600000000000000"/>
            </a:endParaRPr>
          </a:p>
        </p:txBody>
      </p:sp>
      <p:pic>
        <p:nvPicPr>
          <p:cNvPr id="251" name="Google Shape;251;p36" descr="image.png"/>
          <p:cNvPicPr preferRelativeResize="0"/>
          <p:nvPr/>
        </p:nvPicPr>
        <p:blipFill rotWithShape="1">
          <a:blip r:embed="rId6"/>
          <a:srcRect/>
          <a:stretch>
            <a:fillRect/>
          </a:stretch>
        </p:blipFill>
        <p:spPr>
          <a:xfrm>
            <a:off x="714375" y="3668315"/>
            <a:ext cx="7715250" cy="266104"/>
          </a:xfrm>
          <a:prstGeom prst="rect">
            <a:avLst/>
          </a:prstGeom>
          <a:noFill/>
          <a:ln>
            <a:noFill/>
          </a:ln>
        </p:spPr>
      </p:pic>
      <p:sp>
        <p:nvSpPr>
          <p:cNvPr id="252" name="Google Shape;252;p36"/>
          <p:cNvSpPr txBox="1"/>
          <p:nvPr/>
        </p:nvSpPr>
        <p:spPr>
          <a:xfrm>
            <a:off x="571500" y="428625"/>
            <a:ext cx="8551069" cy="464344"/>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2500"/>
              <a:buFont typeface="Arial" panose="020B0604020202020204"/>
              <a:buNone/>
            </a:pPr>
            <a:r>
              <a:rPr lang="en-GB" sz="2500" b="1" i="0" u="none" strike="noStrike" cap="none">
                <a:solidFill>
                  <a:srgbClr val="232F3E"/>
                </a:solidFill>
                <a:latin typeface="Poppins SemiBold" panose="00000600000000000000"/>
                <a:ea typeface="Poppins SemiBold" panose="00000600000000000000"/>
                <a:cs typeface="Poppins SemiBold" panose="00000600000000000000"/>
                <a:sym typeface="Poppins SemiBold" panose="00000600000000000000"/>
              </a:rPr>
              <a:t>MATHEMATICAL CALCULATION MODEL</a:t>
            </a:r>
            <a:endParaRPr sz="2500" b="1" i="0" u="none" strike="noStrike" cap="none">
              <a:solidFill>
                <a:srgbClr val="232F3E"/>
              </a:solidFill>
              <a:latin typeface="Poppins SemiBold" panose="00000600000000000000"/>
              <a:ea typeface="Poppins SemiBold" panose="00000600000000000000"/>
              <a:cs typeface="Poppins SemiBold" panose="00000600000000000000"/>
              <a:sym typeface="Poppins SemiBold" panose="0000060000000000000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56"/>
        <p:cNvGrpSpPr/>
        <p:nvPr/>
      </p:nvGrpSpPr>
      <p:grpSpPr>
        <a:xfrm>
          <a:off x="0" y="0"/>
          <a:ext cx="0" cy="0"/>
          <a:chOff x="0" y="0"/>
          <a:chExt cx="0" cy="0"/>
        </a:xfrm>
      </p:grpSpPr>
      <p:pic>
        <p:nvPicPr>
          <p:cNvPr id="257" name="Google Shape;257;p37" descr="image.png"/>
          <p:cNvPicPr preferRelativeResize="0"/>
          <p:nvPr/>
        </p:nvPicPr>
        <p:blipFill rotWithShape="1">
          <a:blip r:embed="rId3"/>
          <a:srcRect/>
          <a:stretch>
            <a:fillRect/>
          </a:stretch>
        </p:blipFill>
        <p:spPr>
          <a:xfrm>
            <a:off x="0" y="-20479"/>
            <a:ext cx="9144000" cy="5143500"/>
          </a:xfrm>
          <a:prstGeom prst="rect">
            <a:avLst/>
          </a:prstGeom>
          <a:noFill/>
          <a:ln>
            <a:noFill/>
          </a:ln>
        </p:spPr>
      </p:pic>
      <p:pic>
        <p:nvPicPr>
          <p:cNvPr id="258" name="Google Shape;258;p37" descr="image.png"/>
          <p:cNvPicPr preferRelativeResize="0"/>
          <p:nvPr/>
        </p:nvPicPr>
        <p:blipFill rotWithShape="1">
          <a:blip r:embed="rId4"/>
          <a:srcRect/>
          <a:stretch>
            <a:fillRect/>
          </a:stretch>
        </p:blipFill>
        <p:spPr>
          <a:xfrm>
            <a:off x="4680109" y="1923812"/>
            <a:ext cx="3929063" cy="2857500"/>
          </a:xfrm>
          <a:prstGeom prst="rect">
            <a:avLst/>
          </a:prstGeom>
          <a:noFill/>
          <a:ln>
            <a:noFill/>
          </a:ln>
        </p:spPr>
      </p:pic>
      <p:sp>
        <p:nvSpPr>
          <p:cNvPr id="259" name="Google Shape;259;p37"/>
          <p:cNvSpPr txBox="1"/>
          <p:nvPr/>
        </p:nvSpPr>
        <p:spPr>
          <a:xfrm>
            <a:off x="446400" y="1270918"/>
            <a:ext cx="4125600" cy="3078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1800"/>
              <a:buFont typeface="Arial" panose="020B0604020202020204"/>
              <a:buNone/>
            </a:pPr>
            <a:r>
              <a:rPr lang="en-GB" sz="2000" b="1" i="0" u="none" strike="noStrike" cap="none" dirty="0">
                <a:solidFill>
                  <a:srgbClr val="0F243E"/>
                </a:solidFill>
                <a:latin typeface="Poppins" panose="00000600000000000000"/>
                <a:ea typeface="Poppins" panose="00000600000000000000"/>
                <a:cs typeface="Poppins" panose="00000600000000000000"/>
                <a:sym typeface="Poppins" panose="00000600000000000000"/>
              </a:rPr>
              <a:t>Amazon CloudWatch</a:t>
            </a:r>
            <a:endParaRPr sz="2000" b="1" i="0" u="none" strike="noStrike" cap="none" dirty="0">
              <a:solidFill>
                <a:srgbClr val="0F243E"/>
              </a:solidFill>
              <a:latin typeface="Poppins" panose="00000600000000000000"/>
              <a:ea typeface="Poppins" panose="00000600000000000000"/>
              <a:cs typeface="Poppins" panose="00000600000000000000"/>
              <a:sym typeface="Poppins" panose="00000600000000000000"/>
            </a:endParaRPr>
          </a:p>
        </p:txBody>
      </p:sp>
      <p:sp>
        <p:nvSpPr>
          <p:cNvPr id="260" name="Google Shape;260;p37"/>
          <p:cNvSpPr txBox="1"/>
          <p:nvPr/>
        </p:nvSpPr>
        <p:spPr>
          <a:xfrm>
            <a:off x="428625" y="1850522"/>
            <a:ext cx="4573500" cy="13392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Clr>
                <a:srgbClr val="000000"/>
              </a:buClr>
              <a:buSzPts val="1200"/>
              <a:buFont typeface="Arial" panose="020B0604020202020204"/>
              <a:buNone/>
            </a:pPr>
            <a:r>
              <a:rPr lang="en-GB" sz="1500" i="0" u="none" strike="noStrike" cap="none" dirty="0">
                <a:solidFill>
                  <a:srgbClr val="0F243E"/>
                </a:solidFill>
                <a:latin typeface="Lato" panose="020F0502020204030203"/>
                <a:ea typeface="Lato" panose="020F0502020204030203"/>
                <a:cs typeface="Lato" panose="020F0502020204030203"/>
                <a:sym typeface="Lato" panose="020F0502020204030203"/>
              </a:rPr>
              <a:t>Amazon CloudWatch provides centralized monitoring for the serverless architecture, allowing real-time visibility into the health of Lambda, API Gateway, and DynamoDB without needing direct server access.</a:t>
            </a:r>
            <a:endParaRPr sz="1500" i="0" u="none" strike="noStrike" cap="none" dirty="0">
              <a:solidFill>
                <a:srgbClr val="0F243E"/>
              </a:solidFill>
              <a:latin typeface="Lato" panose="020F0502020204030203"/>
              <a:ea typeface="Lato" panose="020F0502020204030203"/>
              <a:cs typeface="Lato" panose="020F0502020204030203"/>
              <a:sym typeface="Lato" panose="020F0502020204030203"/>
            </a:endParaRPr>
          </a:p>
        </p:txBody>
      </p:sp>
      <p:sp>
        <p:nvSpPr>
          <p:cNvPr id="261" name="Google Shape;261;p37"/>
          <p:cNvSpPr txBox="1"/>
          <p:nvPr/>
        </p:nvSpPr>
        <p:spPr>
          <a:xfrm>
            <a:off x="427159" y="3403997"/>
            <a:ext cx="3929100" cy="152700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rgbClr val="000000"/>
              </a:buClr>
              <a:buSzPts val="1200"/>
              <a:buFont typeface="Arial" panose="020B0604020202020204"/>
              <a:buNone/>
            </a:pPr>
            <a:r>
              <a:rPr lang="en-GB" sz="1700" b="1" i="0" u="none" strike="noStrike" cap="none" dirty="0">
                <a:solidFill>
                  <a:srgbClr val="475569"/>
                </a:solidFill>
                <a:latin typeface="Lato" panose="020F0502020204030203"/>
                <a:ea typeface="Lato" panose="020F0502020204030203"/>
                <a:cs typeface="Lato" panose="020F0502020204030203"/>
                <a:sym typeface="Lato" panose="020F0502020204030203"/>
              </a:rPr>
              <a:t>Usage:</a:t>
            </a:r>
            <a:endParaRPr sz="1700" b="1" i="0" u="none" strike="noStrike" cap="none" dirty="0">
              <a:solidFill>
                <a:srgbClr val="475569"/>
              </a:solidFill>
              <a:latin typeface="Lato" panose="020F0502020204030203"/>
              <a:ea typeface="Lato" panose="020F0502020204030203"/>
              <a:cs typeface="Lato" panose="020F0502020204030203"/>
              <a:sym typeface="Lato" panose="020F0502020204030203"/>
            </a:endParaRPr>
          </a:p>
        </p:txBody>
      </p:sp>
      <p:sp>
        <p:nvSpPr>
          <p:cNvPr id="262" name="Google Shape;262;p37"/>
          <p:cNvSpPr txBox="1"/>
          <p:nvPr/>
        </p:nvSpPr>
        <p:spPr>
          <a:xfrm>
            <a:off x="427159" y="3872582"/>
            <a:ext cx="3929100" cy="46440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rgbClr val="000000"/>
              </a:buClr>
              <a:buSzPts val="1200"/>
              <a:buFont typeface="Arial" panose="020B0604020202020204"/>
              <a:buNone/>
            </a:pPr>
            <a:r>
              <a:rPr lang="en-GB" i="0" u="none" strike="noStrike" cap="none" dirty="0">
                <a:solidFill>
                  <a:srgbClr val="475569"/>
                </a:solidFill>
                <a:latin typeface="Lato" panose="020F0502020204030203"/>
                <a:ea typeface="Lato" panose="020F0502020204030203"/>
                <a:cs typeface="Lato" panose="020F0502020204030203"/>
                <a:sym typeface="Lato" panose="020F0502020204030203"/>
              </a:rPr>
              <a:t>• Debugging Lambda executions.</a:t>
            </a:r>
            <a:endParaRPr i="0" u="none" strike="noStrike" cap="none" dirty="0">
              <a:solidFill>
                <a:srgbClr val="475569"/>
              </a:solidFill>
              <a:latin typeface="Lato" panose="020F0502020204030203"/>
              <a:ea typeface="Lato" panose="020F0502020204030203"/>
              <a:cs typeface="Lato" panose="020F0502020204030203"/>
              <a:sym typeface="Lato" panose="020F0502020204030203"/>
            </a:endParaRPr>
          </a:p>
        </p:txBody>
      </p:sp>
      <p:sp>
        <p:nvSpPr>
          <p:cNvPr id="263" name="Google Shape;263;p37"/>
          <p:cNvSpPr txBox="1"/>
          <p:nvPr/>
        </p:nvSpPr>
        <p:spPr>
          <a:xfrm>
            <a:off x="425693" y="4291089"/>
            <a:ext cx="3929100" cy="34290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rgbClr val="000000"/>
              </a:buClr>
              <a:buSzPts val="1200"/>
              <a:buFont typeface="Arial" panose="020B0604020202020204"/>
              <a:buNone/>
            </a:pPr>
            <a:r>
              <a:rPr lang="en-GB" b="0" i="0" u="none" strike="noStrike" cap="none" dirty="0">
                <a:solidFill>
                  <a:srgbClr val="475569"/>
                </a:solidFill>
                <a:latin typeface="Lato" panose="020F0502020204030203"/>
                <a:ea typeface="Lato" panose="020F0502020204030203"/>
                <a:cs typeface="Lato" panose="020F0502020204030203"/>
                <a:sym typeface="Lato" panose="020F0502020204030203"/>
              </a:rPr>
              <a:t>• Monitoring API latency spikes.</a:t>
            </a:r>
            <a:endParaRPr b="0" i="0" u="none" strike="noStrike" cap="none" dirty="0">
              <a:solidFill>
                <a:srgbClr val="475569"/>
              </a:solidFill>
              <a:latin typeface="Lato" panose="020F0502020204030203"/>
              <a:ea typeface="Lato" panose="020F0502020204030203"/>
              <a:cs typeface="Lato" panose="020F0502020204030203"/>
              <a:sym typeface="Lato" panose="020F0502020204030203"/>
            </a:endParaRPr>
          </a:p>
        </p:txBody>
      </p:sp>
      <p:sp>
        <p:nvSpPr>
          <p:cNvPr id="264" name="Google Shape;264;p37"/>
          <p:cNvSpPr txBox="1"/>
          <p:nvPr/>
        </p:nvSpPr>
        <p:spPr>
          <a:xfrm>
            <a:off x="425693" y="4634117"/>
            <a:ext cx="3929100" cy="34290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rgbClr val="000000"/>
              </a:buClr>
              <a:buSzPts val="1200"/>
              <a:buFont typeface="Arial" panose="020B0604020202020204"/>
              <a:buNone/>
            </a:pPr>
            <a:r>
              <a:rPr lang="en-GB" b="0" i="0" u="none" strike="noStrike" cap="none" dirty="0">
                <a:solidFill>
                  <a:srgbClr val="475569"/>
                </a:solidFill>
                <a:latin typeface="Lato" panose="020F0502020204030203"/>
                <a:ea typeface="Lato" panose="020F0502020204030203"/>
                <a:cs typeface="Lato" panose="020F0502020204030203"/>
                <a:sym typeface="Lato" panose="020F0502020204030203"/>
              </a:rPr>
              <a:t>• Tracking cold start performance.</a:t>
            </a:r>
            <a:endParaRPr b="0" i="0" u="none" strike="noStrike" cap="none" dirty="0">
              <a:solidFill>
                <a:srgbClr val="475569"/>
              </a:solidFill>
              <a:latin typeface="Lato" panose="020F0502020204030203"/>
              <a:ea typeface="Lato" panose="020F0502020204030203"/>
              <a:cs typeface="Lato" panose="020F0502020204030203"/>
              <a:sym typeface="Lato" panose="020F0502020204030203"/>
            </a:endParaRPr>
          </a:p>
        </p:txBody>
      </p:sp>
      <p:sp>
        <p:nvSpPr>
          <p:cNvPr id="265" name="Google Shape;265;p37"/>
          <p:cNvSpPr txBox="1"/>
          <p:nvPr/>
        </p:nvSpPr>
        <p:spPr>
          <a:xfrm>
            <a:off x="571500" y="428625"/>
            <a:ext cx="8551069" cy="464344"/>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2500"/>
              <a:buFont typeface="Arial" panose="020B0604020202020204"/>
              <a:buNone/>
            </a:pPr>
            <a:r>
              <a:rPr lang="en-GB" sz="2500" b="1" i="0" u="none" strike="noStrike" cap="none">
                <a:solidFill>
                  <a:srgbClr val="232F3E"/>
                </a:solidFill>
                <a:latin typeface="Poppins SemiBold" panose="00000600000000000000"/>
                <a:ea typeface="Poppins SemiBold" panose="00000600000000000000"/>
                <a:cs typeface="Poppins SemiBold" panose="00000600000000000000"/>
                <a:sym typeface="Poppins SemiBold" panose="00000600000000000000"/>
              </a:rPr>
              <a:t>MONITORING &amp; OBSERVABILITY</a:t>
            </a:r>
            <a:endParaRPr sz="2500" b="1" i="0" u="none" strike="noStrike" cap="none">
              <a:solidFill>
                <a:srgbClr val="232F3E"/>
              </a:solidFill>
              <a:latin typeface="Poppins SemiBold" panose="00000600000000000000"/>
              <a:ea typeface="Poppins SemiBold" panose="00000600000000000000"/>
              <a:cs typeface="Poppins SemiBold" panose="00000600000000000000"/>
              <a:sym typeface="Poppins SemiBold" panose="00000600000000000000"/>
            </a:endParaRPr>
          </a:p>
        </p:txBody>
      </p:sp>
      <p:pic>
        <p:nvPicPr>
          <p:cNvPr id="266" name="Google Shape;266;p37"/>
          <p:cNvPicPr preferRelativeResize="0"/>
          <p:nvPr/>
        </p:nvPicPr>
        <p:blipFill rotWithShape="1">
          <a:blip r:embed="rId5"/>
          <a:srcRect/>
          <a:stretch>
            <a:fillRect/>
          </a:stretch>
        </p:blipFill>
        <p:spPr>
          <a:xfrm>
            <a:off x="5327809" y="2193608"/>
            <a:ext cx="3370898" cy="2420779"/>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70"/>
        <p:cNvGrpSpPr/>
        <p:nvPr/>
      </p:nvGrpSpPr>
      <p:grpSpPr>
        <a:xfrm>
          <a:off x="0" y="0"/>
          <a:ext cx="0" cy="0"/>
          <a:chOff x="0" y="0"/>
          <a:chExt cx="0" cy="0"/>
        </a:xfrm>
      </p:grpSpPr>
      <p:pic>
        <p:nvPicPr>
          <p:cNvPr id="271" name="Google Shape;271;p38" descr="image.png"/>
          <p:cNvPicPr preferRelativeResize="0"/>
          <p:nvPr/>
        </p:nvPicPr>
        <p:blipFill rotWithShape="1">
          <a:blip r:embed="rId3"/>
          <a:srcRect/>
          <a:stretch>
            <a:fillRect/>
          </a:stretch>
        </p:blipFill>
        <p:spPr>
          <a:xfrm>
            <a:off x="0" y="0"/>
            <a:ext cx="9144000" cy="5143500"/>
          </a:xfrm>
          <a:prstGeom prst="rect">
            <a:avLst/>
          </a:prstGeom>
          <a:noFill/>
          <a:ln>
            <a:noFill/>
          </a:ln>
        </p:spPr>
      </p:pic>
      <p:sp>
        <p:nvSpPr>
          <p:cNvPr id="272" name="Google Shape;272;p38"/>
          <p:cNvSpPr txBox="1"/>
          <p:nvPr/>
        </p:nvSpPr>
        <p:spPr>
          <a:xfrm>
            <a:off x="785825" y="1598280"/>
            <a:ext cx="7929600" cy="7605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Clr>
                <a:srgbClr val="000000"/>
              </a:buClr>
              <a:buSzPts val="1200"/>
              <a:buFont typeface="Arial" panose="020B0604020202020204"/>
              <a:buNone/>
            </a:pPr>
            <a:r>
              <a:rPr lang="en-GB" sz="1900" b="1" i="0" u="none" strike="noStrike" cap="none">
                <a:solidFill>
                  <a:srgbClr val="475569"/>
                </a:solidFill>
                <a:latin typeface="Lato" panose="020F0502020204030203"/>
                <a:ea typeface="Lato" panose="020F0502020204030203"/>
                <a:cs typeface="Lato" panose="020F0502020204030203"/>
                <a:sym typeface="Lato" panose="020F0502020204030203"/>
              </a:rPr>
              <a:t>Scalability:</a:t>
            </a:r>
            <a:r>
              <a:rPr lang="en-GB" sz="1900" b="0" i="0" u="none" strike="noStrike" cap="none">
                <a:solidFill>
                  <a:srgbClr val="475569"/>
                </a:solidFill>
                <a:latin typeface="Lato" panose="020F0502020204030203"/>
                <a:ea typeface="Lato" panose="020F0502020204030203"/>
                <a:cs typeface="Lato" panose="020F0502020204030203"/>
                <a:sym typeface="Lato" panose="020F0502020204030203"/>
              </a:rPr>
              <a:t> Automatically handles bursts of traffic during market open/close.</a:t>
            </a:r>
            <a:endParaRPr sz="1900" b="0" i="0" u="none" strike="noStrike" cap="none">
              <a:solidFill>
                <a:srgbClr val="475569"/>
              </a:solidFill>
              <a:latin typeface="Lato" panose="020F0502020204030203"/>
              <a:ea typeface="Lato" panose="020F0502020204030203"/>
              <a:cs typeface="Lato" panose="020F0502020204030203"/>
              <a:sym typeface="Lato" panose="020F0502020204030203"/>
            </a:endParaRPr>
          </a:p>
        </p:txBody>
      </p:sp>
      <p:sp>
        <p:nvSpPr>
          <p:cNvPr id="273" name="Google Shape;273;p38"/>
          <p:cNvSpPr txBox="1"/>
          <p:nvPr/>
        </p:nvSpPr>
        <p:spPr>
          <a:xfrm>
            <a:off x="785813" y="2573982"/>
            <a:ext cx="7929600" cy="2925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Clr>
                <a:srgbClr val="000000"/>
              </a:buClr>
              <a:buSzPts val="1200"/>
              <a:buFont typeface="Arial" panose="020B0604020202020204"/>
              <a:buNone/>
            </a:pPr>
            <a:r>
              <a:rPr lang="en-GB" sz="1900" b="1" i="0" u="none" strike="noStrike" cap="none">
                <a:solidFill>
                  <a:srgbClr val="475569"/>
                </a:solidFill>
                <a:latin typeface="Lato" panose="020F0502020204030203"/>
                <a:ea typeface="Lato" panose="020F0502020204030203"/>
                <a:cs typeface="Lato" panose="020F0502020204030203"/>
                <a:sym typeface="Lato" panose="020F0502020204030203"/>
              </a:rPr>
              <a:t>Cost Efficiency:</a:t>
            </a:r>
            <a:r>
              <a:rPr lang="en-GB" sz="1900" b="0" i="0" u="none" strike="noStrike" cap="none">
                <a:solidFill>
                  <a:srgbClr val="475569"/>
                </a:solidFill>
                <a:latin typeface="Lato" panose="020F0502020204030203"/>
                <a:ea typeface="Lato" panose="020F0502020204030203"/>
                <a:cs typeface="Lato" panose="020F0502020204030203"/>
                <a:sym typeface="Lato" panose="020F0502020204030203"/>
              </a:rPr>
              <a:t> No idle server costs; only pay for what you compute.</a:t>
            </a:r>
            <a:endParaRPr sz="1900" b="0" i="0" u="none" strike="noStrike" cap="none">
              <a:solidFill>
                <a:srgbClr val="475569"/>
              </a:solidFill>
              <a:latin typeface="Lato" panose="020F0502020204030203"/>
              <a:ea typeface="Lato" panose="020F0502020204030203"/>
              <a:cs typeface="Lato" panose="020F0502020204030203"/>
              <a:sym typeface="Lato" panose="020F0502020204030203"/>
            </a:endParaRPr>
          </a:p>
        </p:txBody>
      </p:sp>
      <p:sp>
        <p:nvSpPr>
          <p:cNvPr id="274" name="Google Shape;274;p38"/>
          <p:cNvSpPr txBox="1"/>
          <p:nvPr/>
        </p:nvSpPr>
        <p:spPr>
          <a:xfrm>
            <a:off x="785813" y="3003947"/>
            <a:ext cx="7929600" cy="2925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Clr>
                <a:srgbClr val="000000"/>
              </a:buClr>
              <a:buSzPts val="1200"/>
              <a:buFont typeface="Arial" panose="020B0604020202020204"/>
              <a:buNone/>
            </a:pPr>
            <a:r>
              <a:rPr lang="en-GB" sz="1900" b="1" i="0" u="none" strike="noStrike" cap="none">
                <a:solidFill>
                  <a:srgbClr val="475569"/>
                </a:solidFill>
                <a:latin typeface="Lato" panose="020F0502020204030203"/>
                <a:ea typeface="Lato" panose="020F0502020204030203"/>
                <a:cs typeface="Lato" panose="020F0502020204030203"/>
                <a:sym typeface="Lato" panose="020F0502020204030203"/>
              </a:rPr>
              <a:t>Speed:</a:t>
            </a:r>
            <a:r>
              <a:rPr lang="en-GB" sz="1900" b="0" i="0" u="none" strike="noStrike" cap="none">
                <a:solidFill>
                  <a:srgbClr val="475569"/>
                </a:solidFill>
                <a:latin typeface="Lato" panose="020F0502020204030203"/>
                <a:ea typeface="Lato" panose="020F0502020204030203"/>
                <a:cs typeface="Lato" panose="020F0502020204030203"/>
                <a:sym typeface="Lato" panose="020F0502020204030203"/>
              </a:rPr>
              <a:t> Real-time price fetching ensures up-to-the-minute P/L accuracy.</a:t>
            </a:r>
            <a:endParaRPr sz="1900" b="0" i="0" u="none" strike="noStrike" cap="none">
              <a:solidFill>
                <a:srgbClr val="475569"/>
              </a:solidFill>
              <a:latin typeface="Lato" panose="020F0502020204030203"/>
              <a:ea typeface="Lato" panose="020F0502020204030203"/>
              <a:cs typeface="Lato" panose="020F0502020204030203"/>
              <a:sym typeface="Lato" panose="020F0502020204030203"/>
            </a:endParaRPr>
          </a:p>
        </p:txBody>
      </p:sp>
      <p:sp>
        <p:nvSpPr>
          <p:cNvPr id="275" name="Google Shape;275;p38"/>
          <p:cNvSpPr txBox="1"/>
          <p:nvPr/>
        </p:nvSpPr>
        <p:spPr>
          <a:xfrm>
            <a:off x="785813" y="3433911"/>
            <a:ext cx="7929600" cy="2925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Clr>
                <a:srgbClr val="000000"/>
              </a:buClr>
              <a:buSzPts val="1200"/>
              <a:buFont typeface="Arial" panose="020B0604020202020204"/>
              <a:buNone/>
            </a:pPr>
            <a:r>
              <a:rPr lang="en-GB" sz="1900" b="1" i="0" u="none" strike="noStrike" cap="none">
                <a:solidFill>
                  <a:srgbClr val="475569"/>
                </a:solidFill>
                <a:latin typeface="Lato" panose="020F0502020204030203"/>
                <a:ea typeface="Lato" panose="020F0502020204030203"/>
                <a:cs typeface="Lato" panose="020F0502020204030203"/>
                <a:sym typeface="Lato" panose="020F0502020204030203"/>
              </a:rPr>
              <a:t>Security:</a:t>
            </a:r>
            <a:r>
              <a:rPr lang="en-GB" sz="1900" b="0" i="0" u="none" strike="noStrike" cap="none">
                <a:solidFill>
                  <a:srgbClr val="475569"/>
                </a:solidFill>
                <a:latin typeface="Lato" panose="020F0502020204030203"/>
                <a:ea typeface="Lato" panose="020F0502020204030203"/>
                <a:cs typeface="Lato" panose="020F0502020204030203"/>
                <a:sym typeface="Lato" panose="020F0502020204030203"/>
              </a:rPr>
              <a:t> IAM roles ensure strict data access policies (Least Privilege).</a:t>
            </a:r>
            <a:endParaRPr sz="1900" b="0" i="0" u="none" strike="noStrike" cap="none">
              <a:solidFill>
                <a:srgbClr val="475569"/>
              </a:solidFill>
              <a:latin typeface="Lato" panose="020F0502020204030203"/>
              <a:ea typeface="Lato" panose="020F0502020204030203"/>
              <a:cs typeface="Lato" panose="020F0502020204030203"/>
              <a:sym typeface="Lato" panose="020F0502020204030203"/>
            </a:endParaRPr>
          </a:p>
        </p:txBody>
      </p:sp>
      <p:sp>
        <p:nvSpPr>
          <p:cNvPr id="276" name="Google Shape;276;p38"/>
          <p:cNvSpPr txBox="1"/>
          <p:nvPr/>
        </p:nvSpPr>
        <p:spPr>
          <a:xfrm>
            <a:off x="571500" y="428625"/>
            <a:ext cx="8551069" cy="464344"/>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2500"/>
              <a:buFont typeface="Arial" panose="020B0604020202020204"/>
              <a:buNone/>
            </a:pPr>
            <a:r>
              <a:rPr lang="en-GB" sz="2500" b="1" i="0" u="none" strike="noStrike" cap="none">
                <a:solidFill>
                  <a:srgbClr val="232F3E"/>
                </a:solidFill>
                <a:latin typeface="Poppins SemiBold" panose="00000600000000000000"/>
                <a:ea typeface="Poppins SemiBold" panose="00000600000000000000"/>
                <a:cs typeface="Poppins SemiBold" panose="00000600000000000000"/>
                <a:sym typeface="Poppins SemiBold" panose="00000600000000000000"/>
              </a:rPr>
              <a:t>KEY PROJECT BENEFITS</a:t>
            </a:r>
            <a:endParaRPr sz="2500" b="1" i="0" u="none" strike="noStrike" cap="none">
              <a:solidFill>
                <a:srgbClr val="232F3E"/>
              </a:solidFill>
              <a:latin typeface="Poppins SemiBold" panose="00000600000000000000"/>
              <a:ea typeface="Poppins SemiBold" panose="00000600000000000000"/>
              <a:cs typeface="Poppins SemiBold" panose="00000600000000000000"/>
              <a:sym typeface="Poppins SemiBold" panose="0000060000000000000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80"/>
        <p:cNvGrpSpPr/>
        <p:nvPr/>
      </p:nvGrpSpPr>
      <p:grpSpPr>
        <a:xfrm>
          <a:off x="0" y="0"/>
          <a:ext cx="0" cy="0"/>
          <a:chOff x="0" y="0"/>
          <a:chExt cx="0" cy="0"/>
        </a:xfrm>
      </p:grpSpPr>
      <p:pic>
        <p:nvPicPr>
          <p:cNvPr id="281" name="Google Shape;281;p39" descr="image.png"/>
          <p:cNvPicPr preferRelativeResize="0"/>
          <p:nvPr/>
        </p:nvPicPr>
        <p:blipFill rotWithShape="1">
          <a:blip r:embed="rId3"/>
          <a:srcRect/>
          <a:stretch>
            <a:fillRect/>
          </a:stretch>
        </p:blipFill>
        <p:spPr>
          <a:xfrm>
            <a:off x="0" y="0"/>
            <a:ext cx="9144000" cy="5143500"/>
          </a:xfrm>
          <a:prstGeom prst="rect">
            <a:avLst/>
          </a:prstGeom>
          <a:noFill/>
          <a:ln>
            <a:noFill/>
          </a:ln>
        </p:spPr>
      </p:pic>
      <p:pic>
        <p:nvPicPr>
          <p:cNvPr id="282" name="Google Shape;282;p39" descr="image.png"/>
          <p:cNvPicPr preferRelativeResize="0"/>
          <p:nvPr/>
        </p:nvPicPr>
        <p:blipFill rotWithShape="1">
          <a:blip r:embed="rId4"/>
          <a:srcRect/>
          <a:stretch>
            <a:fillRect/>
          </a:stretch>
        </p:blipFill>
        <p:spPr>
          <a:xfrm>
            <a:off x="428625" y="1963080"/>
            <a:ext cx="8286750" cy="785701"/>
          </a:xfrm>
          <a:prstGeom prst="rect">
            <a:avLst/>
          </a:prstGeom>
          <a:noFill/>
          <a:ln>
            <a:noFill/>
          </a:ln>
        </p:spPr>
      </p:pic>
      <p:sp>
        <p:nvSpPr>
          <p:cNvPr id="283" name="Google Shape;283;p39"/>
          <p:cNvSpPr txBox="1"/>
          <p:nvPr/>
        </p:nvSpPr>
        <p:spPr>
          <a:xfrm>
            <a:off x="221456" y="428625"/>
            <a:ext cx="8701088" cy="857250"/>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Clr>
                <a:srgbClr val="000000"/>
              </a:buClr>
              <a:buSzPts val="4500"/>
              <a:buFont typeface="Arial" panose="020B0604020202020204"/>
              <a:buNone/>
            </a:pPr>
            <a:r>
              <a:rPr lang="en-GB" sz="4500" b="1" i="0" u="none" strike="noStrike" cap="none">
                <a:solidFill>
                  <a:srgbClr val="0F243E"/>
                </a:solidFill>
                <a:latin typeface="Poppins" panose="00000600000000000000"/>
                <a:ea typeface="Poppins" panose="00000600000000000000"/>
                <a:cs typeface="Poppins" panose="00000600000000000000"/>
                <a:sym typeface="Poppins" panose="00000600000000000000"/>
              </a:rPr>
              <a:t>Thank You</a:t>
            </a:r>
            <a:endParaRPr sz="4500" b="1" i="0" u="none" strike="noStrike" cap="none">
              <a:solidFill>
                <a:srgbClr val="0F243E"/>
              </a:solidFill>
              <a:latin typeface="Poppins" panose="00000600000000000000"/>
              <a:ea typeface="Poppins" panose="00000600000000000000"/>
              <a:cs typeface="Poppins" panose="00000600000000000000"/>
              <a:sym typeface="Poppins" panose="00000600000000000000"/>
            </a:endParaRPr>
          </a:p>
        </p:txBody>
      </p:sp>
      <p:sp>
        <p:nvSpPr>
          <p:cNvPr id="284" name="Google Shape;284;p39"/>
          <p:cNvSpPr txBox="1"/>
          <p:nvPr/>
        </p:nvSpPr>
        <p:spPr>
          <a:xfrm>
            <a:off x="428625" y="1285875"/>
            <a:ext cx="8286750" cy="320017"/>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Clr>
                <a:srgbClr val="000000"/>
              </a:buClr>
              <a:buSzPts val="1600"/>
              <a:buFont typeface="Arial" panose="020B0604020202020204"/>
              <a:buNone/>
            </a:pPr>
            <a:r>
              <a:rPr lang="en-GB" sz="1600" b="0" i="0" u="none" strike="noStrike" cap="none">
                <a:solidFill>
                  <a:srgbClr val="232F3E"/>
                </a:solidFill>
                <a:latin typeface="Lato" panose="020F0502020204030203"/>
                <a:ea typeface="Lato" panose="020F0502020204030203"/>
                <a:cs typeface="Lato" panose="020F0502020204030203"/>
                <a:sym typeface="Lato" panose="020F0502020204030203"/>
              </a:rPr>
              <a:t>Serverless Real-Time Stock Portfolio Tracker</a:t>
            </a:r>
            <a:endParaRPr sz="1600" b="0" i="0" u="none" strike="noStrike" cap="none">
              <a:solidFill>
                <a:srgbClr val="232F3E"/>
              </a:solidFill>
              <a:latin typeface="Lato" panose="020F0502020204030203"/>
              <a:ea typeface="Lato" panose="020F0502020204030203"/>
              <a:cs typeface="Lato" panose="020F0502020204030203"/>
              <a:sym typeface="Lato" panose="020F0502020204030203"/>
            </a:endParaRPr>
          </a:p>
        </p:txBody>
      </p:sp>
      <p:sp>
        <p:nvSpPr>
          <p:cNvPr id="285" name="Google Shape;285;p39"/>
          <p:cNvSpPr txBox="1"/>
          <p:nvPr/>
        </p:nvSpPr>
        <p:spPr>
          <a:xfrm>
            <a:off x="428625" y="2184536"/>
            <a:ext cx="8286750" cy="251370"/>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Clr>
                <a:srgbClr val="000000"/>
              </a:buClr>
              <a:buSzPts val="1200"/>
              <a:buFont typeface="Arial" panose="020B0604020202020204"/>
              <a:buNone/>
            </a:pPr>
            <a:r>
              <a:rPr lang="en-GB" sz="1200" b="0" i="0" u="none" strike="noStrike" cap="none">
                <a:solidFill>
                  <a:srgbClr val="64748B"/>
                </a:solidFill>
                <a:latin typeface="Lato" panose="020F0502020204030203"/>
                <a:ea typeface="Lato" panose="020F0502020204030203"/>
                <a:cs typeface="Lato" panose="020F0502020204030203"/>
                <a:sym typeface="Lato" panose="020F0502020204030203"/>
              </a:rPr>
              <a:t>Any Questions?</a:t>
            </a:r>
            <a:endParaRPr sz="1200" b="0" i="0" u="none" strike="noStrike" cap="none">
              <a:solidFill>
                <a:srgbClr val="64748B"/>
              </a:solidFill>
              <a:latin typeface="Lato" panose="020F0502020204030203"/>
              <a:ea typeface="Lato" panose="020F0502020204030203"/>
              <a:cs typeface="Lato" panose="020F0502020204030203"/>
              <a:sym typeface="Lato" panose="020F0502020204030203"/>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TotalTime>
  <Words>1134</Words>
  <Application>Microsoft Office PowerPoint</Application>
  <PresentationFormat>On-screen Show (16:9)</PresentationFormat>
  <Paragraphs>79</Paragraphs>
  <Slides>15</Slides>
  <Notes>15</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15</vt:i4>
      </vt:variant>
    </vt:vector>
  </HeadingPairs>
  <TitlesOfParts>
    <vt:vector size="22" baseType="lpstr">
      <vt:lpstr>Lato</vt:lpstr>
      <vt:lpstr>Poppins SemiBold</vt:lpstr>
      <vt:lpstr>Poppins</vt:lpstr>
      <vt:lpstr>Calibri</vt:lpstr>
      <vt:lpstr>Arial</vt:lpstr>
      <vt:lpstr>Simple 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bsse23046</cp:lastModifiedBy>
  <cp:revision>9</cp:revision>
  <dcterms:created xsi:type="dcterms:W3CDTF">2026-01-03T14:07:04Z</dcterms:created>
  <dcterms:modified xsi:type="dcterms:W3CDTF">2026-01-03T15:03:33Z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B731C1ADF1D345A9B551AE4B83D3DA5E_12</vt:lpwstr>
  </property>
  <property fmtid="{D5CDD505-2E9C-101B-9397-08002B2CF9AE}" pid="3" name="KSOProductBuildVer">
    <vt:lpwstr>2057-12.2.0.23158</vt:lpwstr>
  </property>
</Properties>
</file>